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ba160f6fbb4024" /><Relationship Type="http://schemas.openxmlformats.org/officeDocument/2006/relationships/extended-properties" Target="/docProps/app.xml" Id="R786e1a08e5d54568" /><Relationship Type="http://schemas.openxmlformats.org/officeDocument/2006/relationships/officeDocument" Target="/ppt/presentation.xml" Id="R310dad52048a41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8ab6b432a643e2"/>
  </p:sldMasterIdLst>
  <p:notesMasterIdLst>
    <p:notesMasterId xmlns:r="http://schemas.openxmlformats.org/officeDocument/2006/relationships" r:id="R7ea908c99b1c41fb"/>
  </p:notesMasterIdLst>
  <p:sldIdLst>
    <p:sldId xmlns:r="http://schemas.openxmlformats.org/officeDocument/2006/relationships" id="256" r:id="R6b9341cf966e459a"/>
    <p:sldId xmlns:r="http://schemas.openxmlformats.org/officeDocument/2006/relationships" id="257" r:id="R94b9cab910d94fac"/>
    <p:sldId xmlns:r="http://schemas.openxmlformats.org/officeDocument/2006/relationships" id="258" r:id="Re67018920718489f"/>
    <p:sldId xmlns:r="http://schemas.openxmlformats.org/officeDocument/2006/relationships" id="259" r:id="R9205ee4b60f14af9"/>
    <p:sldId xmlns:r="http://schemas.openxmlformats.org/officeDocument/2006/relationships" id="260" r:id="Rd9e479a449fe4892"/>
    <p:sldId xmlns:r="http://schemas.openxmlformats.org/officeDocument/2006/relationships" id="261" r:id="Re0b24030f61b4b52"/>
    <p:sldId xmlns:r="http://schemas.openxmlformats.org/officeDocument/2006/relationships" id="262" r:id="R6b9ad6c87a4f41f1"/>
    <p:sldId xmlns:r="http://schemas.openxmlformats.org/officeDocument/2006/relationships" id="263" r:id="Rf509d941058244e4"/>
    <p:sldId xmlns:r="http://schemas.openxmlformats.org/officeDocument/2006/relationships" id="264" r:id="R48acbb6204aa4b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3b99239e154bfc" /><Relationship Type="http://schemas.openxmlformats.org/officeDocument/2006/relationships/slideMaster" Target="/ppt/slideMasters/slideMaster1.xml" Id="R4a8ab6b432a643e2" /><Relationship Type="http://schemas.openxmlformats.org/officeDocument/2006/relationships/notesMaster" Target="/ppt/notesMasters/notesMaster1.xml" Id="R7ea908c99b1c41fb" /><Relationship Type="http://schemas.openxmlformats.org/officeDocument/2006/relationships/presProps" Target="/ppt/presProps.xml" Id="Rf2209bda9e2e45f2" /><Relationship Type="http://schemas.openxmlformats.org/officeDocument/2006/relationships/tableStyles" Target="/ppt/tableStyles.xml" Id="R6cddf7bb69bd4560" /><Relationship Type="http://schemas.openxmlformats.org/officeDocument/2006/relationships/slide" Target="/ppt/slides/slide1.xml" Id="R6b9341cf966e459a" /><Relationship Type="http://schemas.openxmlformats.org/officeDocument/2006/relationships/slide" Target="/ppt/slides/slide2.xml" Id="R94b9cab910d94fac" /><Relationship Type="http://schemas.openxmlformats.org/officeDocument/2006/relationships/slide" Target="/ppt/slides/slide3.xml" Id="Re67018920718489f" /><Relationship Type="http://schemas.openxmlformats.org/officeDocument/2006/relationships/slide" Target="/ppt/slides/slide4.xml" Id="R9205ee4b60f14af9" /><Relationship Type="http://schemas.openxmlformats.org/officeDocument/2006/relationships/slide" Target="/ppt/slides/slide5.xml" Id="Rd9e479a449fe4892" /><Relationship Type="http://schemas.openxmlformats.org/officeDocument/2006/relationships/slide" Target="/ppt/slides/slide6.xml" Id="Re0b24030f61b4b52" /><Relationship Type="http://schemas.openxmlformats.org/officeDocument/2006/relationships/slide" Target="/ppt/slides/slide7.xml" Id="R6b9ad6c87a4f41f1" /><Relationship Type="http://schemas.openxmlformats.org/officeDocument/2006/relationships/slide" Target="/ppt/slides/slide8.xml" Id="Rf509d941058244e4" /><Relationship Type="http://schemas.openxmlformats.org/officeDocument/2006/relationships/slide" Target="/ppt/slides/slide9.xml" Id="R48acbb6204aa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0a5d83796f42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tandard">
  <a:themeElements>
    <a:clrScheme name="Standard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f44557d64f4916" /><Relationship Type="http://schemas.openxmlformats.org/officeDocument/2006/relationships/notesMaster" Target="/ppt/notesMasters/notesMaster1.xml" Id="R4344d1fb0c6a43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d2511926f74ff2" /><Relationship Type="http://schemas.openxmlformats.org/officeDocument/2006/relationships/notesMaster" Target="/ppt/notesMasters/notesMaster1.xml" Id="R8194b95e957244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e877692de44e46" /><Relationship Type="http://schemas.openxmlformats.org/officeDocument/2006/relationships/notesMaster" Target="/ppt/notesMasters/notesMaster1.xml" Id="Ra5660fbbfad042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c4769923e24ff5" /><Relationship Type="http://schemas.openxmlformats.org/officeDocument/2006/relationships/notesMaster" Target="/ppt/notesMasters/notesMaster1.xml" Id="R82903f1276884d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8776d3c4b148a6" /><Relationship Type="http://schemas.openxmlformats.org/officeDocument/2006/relationships/notesMaster" Target="/ppt/notesMasters/notesMaster1.xml" Id="Rde40fe8bef9040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368d56374c428e" /><Relationship Type="http://schemas.openxmlformats.org/officeDocument/2006/relationships/notesMaster" Target="/ppt/notesMasters/notesMaster1.xml" Id="R5e36562ef5004e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5c8a7e4181462d" /><Relationship Type="http://schemas.openxmlformats.org/officeDocument/2006/relationships/notesMaster" Target="/ppt/notesMasters/notesMaster1.xml" Id="R90b38110d055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b207d6c80049a2" /><Relationship Type="http://schemas.openxmlformats.org/officeDocument/2006/relationships/notesMaster" Target="/ppt/notesMasters/notesMaster1.xml" Id="R8e3c21dfbade42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dd4379f4164bd2" /><Relationship Type="http://schemas.openxmlformats.org/officeDocument/2006/relationships/notesMaster" Target="/ppt/notesMasters/notesMaster1.xml" Id="Re94453f5c2724a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b636c0e9c43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92d0266f948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7597965c545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69e85c8dd4a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975fb410642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8015af6584b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EE07B9-DD17-41B6-85A4-A036D1C0C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25CC03-3323-48C1-9892-818691F4EA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B9B498-F470-40DA-AD1C-DDD8FFD2F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9FD66B-DABA-4B60-B83E-015FF1D04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5C10A8-C915-4F2D-8310-BA2DD3EAE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036DA1-2D35-47E2-A69A-1E42B1C346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535036-E952-4B41-BAB8-F4D4F8BF01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34E9F5-76B8-4FD3-8F15-373DEA0489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539707-D900-4C10-88F2-4F904AA93D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86AC93-DE48-4074-80E2-F549C9B966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343000a81546e0" /><Relationship Type="http://schemas.openxmlformats.org/officeDocument/2006/relationships/slideLayout" Target="/ppt/slideLayouts/slideLayout1.xml" Id="R465636d9cdf44f08" /><Relationship Type="http://schemas.openxmlformats.org/officeDocument/2006/relationships/slideLayout" Target="/ppt/slideLayouts/slideLayout2.xml" Id="R6f6cd62bea3e490b" /><Relationship Type="http://schemas.openxmlformats.org/officeDocument/2006/relationships/slideLayout" Target="/ppt/slideLayouts/slideLayout3.xml" Id="Rc3f8ca8e6a7346d9" /><Relationship Type="http://schemas.openxmlformats.org/officeDocument/2006/relationships/slideLayout" Target="/ppt/slideLayouts/slideLayout4.xml" Id="R431be922d3244b95" /><Relationship Type="http://schemas.openxmlformats.org/officeDocument/2006/relationships/slideLayout" Target="/ppt/slideLayouts/slideLayout5.xml" Id="Rca58cfc65fe948ad" /><Relationship Type="http://schemas.openxmlformats.org/officeDocument/2006/relationships/slideLayout" Target="/ppt/slideLayouts/slideLayout6.xml" Id="Rcde4639aa04f49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5636d9cdf44f08"/>
    <p:sldLayoutId xmlns:r="http://schemas.openxmlformats.org/officeDocument/2006/relationships" id="2147483650" r:id="R6f6cd62bea3e490b"/>
    <p:sldLayoutId xmlns:r="http://schemas.openxmlformats.org/officeDocument/2006/relationships" id="2147483651" r:id="Rc3f8ca8e6a7346d9"/>
    <p:sldLayoutId xmlns:r="http://schemas.openxmlformats.org/officeDocument/2006/relationships" id="2147483652" r:id="R431be922d3244b95"/>
    <p:sldLayoutId xmlns:r="http://schemas.openxmlformats.org/officeDocument/2006/relationships" id="2147483653" r:id="Rca58cfc65fe948ad"/>
    <p:sldLayoutId xmlns:r="http://schemas.openxmlformats.org/officeDocument/2006/relationships" id="2147483654" r:id="Rcde4639aa04f49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tandard">
  <a:themeElements>
    <a:clrScheme name="Standard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0a1acd2404911" /><Relationship Type="http://schemas.openxmlformats.org/officeDocument/2006/relationships/notesSlide" Target="/ppt/notesSlides/notesSlide1.xml" Id="R031ebbe9907c45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e79168e7946bb" /><Relationship Type="http://schemas.openxmlformats.org/officeDocument/2006/relationships/notesSlide" Target="/ppt/notesSlides/notesSlide2.xml" Id="R1caa40d0709b4c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8be7667e8424f" /><Relationship Type="http://schemas.openxmlformats.org/officeDocument/2006/relationships/notesSlide" Target="/ppt/notesSlides/notesSlide3.xml" Id="R9ce3d452cfa846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51f37d0fd4657" /><Relationship Type="http://schemas.openxmlformats.org/officeDocument/2006/relationships/notesSlide" Target="/ppt/notesSlides/notesSlide4.xml" Id="R6bdfe2660aba41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433ded1394cde" /><Relationship Type="http://schemas.openxmlformats.org/officeDocument/2006/relationships/notesSlide" Target="/ppt/notesSlides/notesSlide5.xml" Id="Rd6dd9a46e6c14d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aab0e63534277" /><Relationship Type="http://schemas.openxmlformats.org/officeDocument/2006/relationships/notesSlide" Target="/ppt/notesSlides/notesSlide6.xml" Id="R54d08e1de1174a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7859fd7654634" /><Relationship Type="http://schemas.openxmlformats.org/officeDocument/2006/relationships/notesSlide" Target="/ppt/notesSlides/notesSlide7.xml" Id="Rb05c3ff32c684a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ea6c8e4b04164" /><Relationship Type="http://schemas.openxmlformats.org/officeDocument/2006/relationships/notesSlide" Target="/ppt/notesSlides/notesSlide8.xml" Id="R211d609d750544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6eea373684db3" /><Relationship Type="http://schemas.openxmlformats.org/officeDocument/2006/relationships/notesSlide" Target="/ppt/notesSlides/notesSlide9.xml" Id="Rafb990e1742641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9316B89-9085-44A2-B216-5D7A4CF9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5100" b="1">
                <a:solidFill>
                  <a:srgbClr val="FFFFFF"/>
                </a:solidFill>
              </a:defRPr>
            </a:defPPr>
            <a:lvl1pPr>
              <a:buNone/>
              <a:defRPr lang="ru-RU" sz="5100" b="1">
                <a:solidFill>
                  <a:srgbClr val="FFFFFF"/>
                </a:solidFill>
              </a:defRPr>
            </a:lvl1pPr>
            <a:lvl2pPr>
              <a:buNone/>
              <a:defRPr lang="ru-RU" sz="5100" b="1">
                <a:solidFill>
                  <a:srgbClr val="FFFFFF"/>
                </a:solidFill>
              </a:defRPr>
            </a:lvl2pPr>
            <a:lvl3pPr>
              <a:buNone/>
              <a:defRPr lang="ru-RU" sz="5100" b="1">
                <a:solidFill>
                  <a:srgbClr val="FFFFFF"/>
                </a:solidFill>
              </a:defRPr>
            </a:lvl3pPr>
            <a:lvl4pPr>
              <a:buNone/>
              <a:defRPr lang="ru-RU" sz="5100" b="1">
                <a:solidFill>
                  <a:srgbClr val="FFFFFF"/>
                </a:solidFill>
              </a:defRPr>
            </a:lvl4pPr>
            <a:lvl5pPr>
              <a:buNone/>
              <a:defRPr lang="ru-RU" sz="5100" b="1">
                <a:solidFill>
                  <a:srgbClr val="FFFFFF"/>
                </a:solidFill>
              </a:defRPr>
            </a:lvl5pPr>
            <a:lvl6pPr>
              <a:buNone/>
              <a:defRPr lang="ru-RU" sz="5100" b="1">
                <a:solidFill>
                  <a:srgbClr val="FFFFFF"/>
                </a:solidFill>
              </a:defRPr>
            </a:lvl6pPr>
            <a:lvl7pPr>
              <a:buNone/>
              <a:defRPr lang="ru-RU" sz="5100" b="1">
                <a:solidFill>
                  <a:srgbClr val="FFFFFF"/>
                </a:solidFill>
              </a:defRPr>
            </a:lvl7pPr>
            <a:lvl8pPr>
              <a:buNone/>
              <a:defRPr lang="ru-RU" sz="5100" b="1">
                <a:solidFill>
                  <a:srgbClr val="FFFFFF"/>
                </a:solidFill>
              </a:defRPr>
            </a:lvl8pPr>
            <a:lvl9pPr>
              <a:buNone/>
              <a:defRPr lang="ru-RU" sz="5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lang="ru-RU" sz="5100" b="1">
                <a:solidFill>
                  <a:srgbClr val="FFFFFF"/>
                </a:solidFill>
              </a:defRPr>
            </a:pPr>
            <a:r>
              <a:rPr lang="ru-RU" sz="5100" b="1">
                <a:solidFill>
                  <a:srgbClr val="FFFFFF"/>
                </a:solidFill>
              </a:rPr>
              <a:t>Стандарты</a:t>
            </a:r>
          </a:p>
          <a:p xmlns:a="http://schemas.openxmlformats.org/drawingml/2006/main">
            <a:pPr>
              <a:buNone/>
              <a:defRPr lang="ru-RU" sz="5100" b="1">
                <a:solidFill>
                  <a:srgbClr val="FFFFFF"/>
                </a:solidFill>
              </a:defRPr>
            </a:pPr>
            <a:r>
              <a:rPr lang="ru-RU" sz="5100" b="1">
                <a:solidFill>
                  <a:srgbClr val="FFFFFF"/>
                </a:solidFill>
              </a:rPr>
              <a:t>кодирования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399B6B-072F-4EA2-AAB5-C0E1171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2100">
                <a:solidFill>
                  <a:srgbClr val="D2E4E1"/>
                </a:solidFill>
              </a:defRPr>
            </a:defPPr>
            <a:lvl1pPr>
              <a:buNone/>
              <a:defRPr lang="ru-RU" sz="2100">
                <a:solidFill>
                  <a:srgbClr val="D2E4E1"/>
                </a:solidFill>
              </a:defRPr>
            </a:lvl1pPr>
            <a:lvl2pPr>
              <a:buNone/>
              <a:defRPr lang="ru-RU" sz="2100">
                <a:solidFill>
                  <a:srgbClr val="D2E4E1"/>
                </a:solidFill>
              </a:defRPr>
            </a:lvl2pPr>
            <a:lvl3pPr>
              <a:buNone/>
              <a:defRPr lang="ru-RU" sz="2100">
                <a:solidFill>
                  <a:srgbClr val="D2E4E1"/>
                </a:solidFill>
              </a:defRPr>
            </a:lvl3pPr>
            <a:lvl4pPr>
              <a:buNone/>
              <a:defRPr lang="ru-RU" sz="2100">
                <a:solidFill>
                  <a:srgbClr val="D2E4E1"/>
                </a:solidFill>
              </a:defRPr>
            </a:lvl4pPr>
            <a:lvl5pPr>
              <a:buNone/>
              <a:defRPr lang="ru-RU" sz="2100">
                <a:solidFill>
                  <a:srgbClr val="D2E4E1"/>
                </a:solidFill>
              </a:defRPr>
            </a:lvl5pPr>
            <a:lvl6pPr>
              <a:buNone/>
              <a:defRPr lang="ru-RU" sz="2100">
                <a:solidFill>
                  <a:srgbClr val="D2E4E1"/>
                </a:solidFill>
              </a:defRPr>
            </a:lvl6pPr>
            <a:lvl7pPr>
              <a:buNone/>
              <a:defRPr lang="ru-RU" sz="2100">
                <a:solidFill>
                  <a:srgbClr val="D2E4E1"/>
                </a:solidFill>
              </a:defRPr>
            </a:lvl7pPr>
            <a:lvl8pPr>
              <a:buNone/>
              <a:defRPr lang="ru-RU" sz="2100">
                <a:solidFill>
                  <a:srgbClr val="D2E4E1"/>
                </a:solidFill>
              </a:defRPr>
            </a:lvl8pPr>
            <a:lvl9pPr>
              <a:buNone/>
              <a:defRPr lang="ru-RU" sz="2100">
                <a:solidFill>
                  <a:srgbClr val="D2E4E1"/>
                </a:solidFill>
              </a:defRPr>
            </a:lvl9pPr>
          </a:lstStyle>
          <a:p xmlns:a="http://schemas.openxmlformats.org/drawingml/2006/main">
            <a:pPr>
              <a:buNone/>
              <a:defRPr lang="ru-RU" sz="2100">
                <a:solidFill>
                  <a:srgbClr val="D2E4E1"/>
                </a:solidFill>
              </a:defRPr>
            </a:pPr>
            <a:r>
              <a:rPr lang="ru-RU" sz="2100">
                <a:solidFill>
                  <a:srgbClr val="D2E4E1"/>
                </a:solidFill>
              </a:rPr>
              <a:t>Общие правила, которые делают код понятнее</a:t>
            </a:r>
          </a:p>
        </p:txBody>
      </p:sp>
    </p:spTree>
    <p:extLst>
      <p:ext uri="{BB962C8B-B14F-4D97-AF65-F5344CB8AC3E}">
        <p14:creationId xmlns:p14="http://schemas.microsoft.com/office/powerpoint/2010/main" val="1857817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4DC2E2-7CFE-41CF-B1EB-6E4DCF39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3300" b="1">
                <a:solidFill>
                  <a:srgbClr val="142536"/>
                </a:solidFill>
              </a:defRPr>
            </a:defPPr>
            <a:lvl1pPr>
              <a:buNone/>
              <a:defRPr lang="ru-RU" sz="3300" b="1">
                <a:solidFill>
                  <a:srgbClr val="142536"/>
                </a:solidFill>
              </a:defRPr>
            </a:lvl1pPr>
            <a:lvl2pPr>
              <a:buNone/>
              <a:defRPr lang="ru-RU" sz="3300" b="1">
                <a:solidFill>
                  <a:srgbClr val="142536"/>
                </a:solidFill>
              </a:defRPr>
            </a:lvl2pPr>
            <a:lvl3pPr>
              <a:buNone/>
              <a:defRPr lang="ru-RU" sz="3300" b="1">
                <a:solidFill>
                  <a:srgbClr val="142536"/>
                </a:solidFill>
              </a:defRPr>
            </a:lvl3pPr>
            <a:lvl4pPr>
              <a:buNone/>
              <a:defRPr lang="ru-RU" sz="3300" b="1">
                <a:solidFill>
                  <a:srgbClr val="142536"/>
                </a:solidFill>
              </a:defRPr>
            </a:lvl4pPr>
            <a:lvl5pPr>
              <a:buNone/>
              <a:defRPr lang="ru-RU" sz="3300" b="1">
                <a:solidFill>
                  <a:srgbClr val="142536"/>
                </a:solidFill>
              </a:defRPr>
            </a:lvl5pPr>
            <a:lvl6pPr>
              <a:buNone/>
              <a:defRPr lang="ru-RU" sz="3300" b="1">
                <a:solidFill>
                  <a:srgbClr val="142536"/>
                </a:solidFill>
              </a:defRPr>
            </a:lvl6pPr>
            <a:lvl7pPr>
              <a:buNone/>
              <a:defRPr lang="ru-RU" sz="3300" b="1">
                <a:solidFill>
                  <a:srgbClr val="142536"/>
                </a:solidFill>
              </a:defRPr>
            </a:lvl7pPr>
            <a:lvl8pPr>
              <a:buNone/>
              <a:defRPr lang="ru-RU" sz="3300" b="1">
                <a:solidFill>
                  <a:srgbClr val="142536"/>
                </a:solidFill>
              </a:defRPr>
            </a:lvl8pPr>
            <a:lvl9pPr>
              <a:buNone/>
              <a:defRPr lang="ru-RU" sz="3300" b="1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3300" b="1">
                <a:solidFill>
                  <a:srgbClr val="142536"/>
                </a:solidFill>
              </a:defRPr>
            </a:pPr>
            <a:r>
              <a:rPr lang="ru-RU" sz="3300" b="1">
                <a:solidFill>
                  <a:srgbClr val="142536"/>
                </a:solidFill>
              </a:rPr>
              <a:t>Что такое стандарт кодирования</a:t>
            </a:r>
          </a:p>
        </p:txBody>
      </p:sp>
      <p:sp>
        <p:nvSpPr>
          <p:cNvPr id="2" name="definition">
            <a:extLst xmlns:a="http://schemas.openxmlformats.org/drawingml/2006/main">
              <a:ext uri="{FF2B5EF4-FFF2-40B4-BE49-F238E27FC236}">
                <a16:creationId xmlns:a16="http://schemas.microsoft.com/office/drawing/2014/main" id="{DF095BD6-9A76-486A-ABE7-3C229521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952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2550" b="1">
                <a:solidFill>
                  <a:srgbClr val="187C78"/>
                </a:solidFill>
              </a:defRPr>
            </a:defPPr>
            <a:lvl1pPr>
              <a:buNone/>
              <a:defRPr lang="ru-RU" sz="2550" b="1">
                <a:solidFill>
                  <a:srgbClr val="187C78"/>
                </a:solidFill>
              </a:defRPr>
            </a:lvl1pPr>
            <a:lvl2pPr>
              <a:buNone/>
              <a:defRPr lang="ru-RU" sz="2550" b="1">
                <a:solidFill>
                  <a:srgbClr val="187C78"/>
                </a:solidFill>
              </a:defRPr>
            </a:lvl2pPr>
            <a:lvl3pPr>
              <a:buNone/>
              <a:defRPr lang="ru-RU" sz="2550" b="1">
                <a:solidFill>
                  <a:srgbClr val="187C78"/>
                </a:solidFill>
              </a:defRPr>
            </a:lvl3pPr>
            <a:lvl4pPr>
              <a:buNone/>
              <a:defRPr lang="ru-RU" sz="2550" b="1">
                <a:solidFill>
                  <a:srgbClr val="187C78"/>
                </a:solidFill>
              </a:defRPr>
            </a:lvl4pPr>
            <a:lvl5pPr>
              <a:buNone/>
              <a:defRPr lang="ru-RU" sz="2550" b="1">
                <a:solidFill>
                  <a:srgbClr val="187C78"/>
                </a:solidFill>
              </a:defRPr>
            </a:lvl5pPr>
            <a:lvl6pPr>
              <a:buNone/>
              <a:defRPr lang="ru-RU" sz="2550" b="1">
                <a:solidFill>
                  <a:srgbClr val="187C78"/>
                </a:solidFill>
              </a:defRPr>
            </a:lvl6pPr>
            <a:lvl7pPr>
              <a:buNone/>
              <a:defRPr lang="ru-RU" sz="2550" b="1">
                <a:solidFill>
                  <a:srgbClr val="187C78"/>
                </a:solidFill>
              </a:defRPr>
            </a:lvl7pPr>
            <a:lvl8pPr>
              <a:buNone/>
              <a:defRPr lang="ru-RU" sz="2550" b="1">
                <a:solidFill>
                  <a:srgbClr val="187C78"/>
                </a:solidFill>
              </a:defRPr>
            </a:lvl8pPr>
            <a:lvl9pPr>
              <a:buNone/>
              <a:defRPr lang="ru-RU" sz="25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2550" b="1">
                <a:solidFill>
                  <a:srgbClr val="187C78"/>
                </a:solidFill>
              </a:defRPr>
            </a:pPr>
            <a:r>
              <a:rPr lang="ru-RU" sz="2550" b="1">
                <a:solidFill>
                  <a:srgbClr val="187C78"/>
                </a:solidFill>
              </a:rPr>
              <a:t>Это набор согласованных правил, по которым пишут и оформляют исходный код.</a:t>
            </a:r>
          </a:p>
        </p:txBody>
      </p:sp>
      <p:sp>
        <p:nvSpPr>
          <p:cNvPr id="3" name="main-copy">
            <a:extLst xmlns:a="http://schemas.openxmlformats.org/drawingml/2006/main">
              <a:ext uri="{FF2B5EF4-FFF2-40B4-BE49-F238E27FC236}">
                <a16:creationId xmlns:a16="http://schemas.microsoft.com/office/drawing/2014/main" id="{50F1C393-CEC6-4C95-BDAB-E58467F4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00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75">
                <a:solidFill>
                  <a:srgbClr val="142536"/>
                </a:solidFill>
              </a:defRPr>
            </a:defPPr>
            <a:lvl1pPr>
              <a:buNone/>
              <a:defRPr lang="ru-RU" sz="1875">
                <a:solidFill>
                  <a:srgbClr val="142536"/>
                </a:solidFill>
              </a:defRPr>
            </a:lvl1pPr>
            <a:lvl2pPr>
              <a:buNone/>
              <a:defRPr lang="ru-RU" sz="1875">
                <a:solidFill>
                  <a:srgbClr val="142536"/>
                </a:solidFill>
              </a:defRPr>
            </a:lvl2pPr>
            <a:lvl3pPr>
              <a:buNone/>
              <a:defRPr lang="ru-RU" sz="1875">
                <a:solidFill>
                  <a:srgbClr val="142536"/>
                </a:solidFill>
              </a:defRPr>
            </a:lvl3pPr>
            <a:lvl4pPr>
              <a:buNone/>
              <a:defRPr lang="ru-RU" sz="1875">
                <a:solidFill>
                  <a:srgbClr val="142536"/>
                </a:solidFill>
              </a:defRPr>
            </a:lvl4pPr>
            <a:lvl5pPr>
              <a:buNone/>
              <a:defRPr lang="ru-RU" sz="1875">
                <a:solidFill>
                  <a:srgbClr val="142536"/>
                </a:solidFill>
              </a:defRPr>
            </a:lvl5pPr>
            <a:lvl6pPr>
              <a:buNone/>
              <a:defRPr lang="ru-RU" sz="1875">
                <a:solidFill>
                  <a:srgbClr val="142536"/>
                </a:solidFill>
              </a:defRPr>
            </a:lvl6pPr>
            <a:lvl7pPr>
              <a:buNone/>
              <a:defRPr lang="ru-RU" sz="1875">
                <a:solidFill>
                  <a:srgbClr val="142536"/>
                </a:solidFill>
              </a:defRPr>
            </a:lvl7pPr>
            <a:lvl8pPr>
              <a:buNone/>
              <a:defRPr lang="ru-RU" sz="1875">
                <a:solidFill>
                  <a:srgbClr val="142536"/>
                </a:solidFill>
              </a:defRPr>
            </a:lvl8pPr>
            <a:lvl9pPr>
              <a:buNone/>
              <a:defRPr lang="ru-RU" sz="1875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Правила могут описывать: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- форматирование и отступы</a:t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- имена переменных, функций и классов</a:t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- структуру файлов и модулей</a:t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- комментарии и документацию</a:t>
            </a:r>
          </a:p>
        </p:txBody>
      </p:sp>
    </p:spTree>
    <p:extLst>
      <p:ext uri="{BB962C8B-B14F-4D97-AF65-F5344CB8AC3E}">
        <p14:creationId xmlns:p14="http://schemas.microsoft.com/office/powerpoint/2010/main" val="877371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09C763-3C7C-4B66-9809-C9B22139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3300" b="1">
                <a:solidFill>
                  <a:srgbClr val="142536"/>
                </a:solidFill>
              </a:defRPr>
            </a:defPPr>
            <a:lvl1pPr>
              <a:buNone/>
              <a:defRPr lang="ru-RU" sz="3300" b="1">
                <a:solidFill>
                  <a:srgbClr val="142536"/>
                </a:solidFill>
              </a:defRPr>
            </a:lvl1pPr>
            <a:lvl2pPr>
              <a:buNone/>
              <a:defRPr lang="ru-RU" sz="3300" b="1">
                <a:solidFill>
                  <a:srgbClr val="142536"/>
                </a:solidFill>
              </a:defRPr>
            </a:lvl2pPr>
            <a:lvl3pPr>
              <a:buNone/>
              <a:defRPr lang="ru-RU" sz="3300" b="1">
                <a:solidFill>
                  <a:srgbClr val="142536"/>
                </a:solidFill>
              </a:defRPr>
            </a:lvl3pPr>
            <a:lvl4pPr>
              <a:buNone/>
              <a:defRPr lang="ru-RU" sz="3300" b="1">
                <a:solidFill>
                  <a:srgbClr val="142536"/>
                </a:solidFill>
              </a:defRPr>
            </a:lvl4pPr>
            <a:lvl5pPr>
              <a:buNone/>
              <a:defRPr lang="ru-RU" sz="3300" b="1">
                <a:solidFill>
                  <a:srgbClr val="142536"/>
                </a:solidFill>
              </a:defRPr>
            </a:lvl5pPr>
            <a:lvl6pPr>
              <a:buNone/>
              <a:defRPr lang="ru-RU" sz="3300" b="1">
                <a:solidFill>
                  <a:srgbClr val="142536"/>
                </a:solidFill>
              </a:defRPr>
            </a:lvl6pPr>
            <a:lvl7pPr>
              <a:buNone/>
              <a:defRPr lang="ru-RU" sz="3300" b="1">
                <a:solidFill>
                  <a:srgbClr val="142536"/>
                </a:solidFill>
              </a:defRPr>
            </a:lvl7pPr>
            <a:lvl8pPr>
              <a:buNone/>
              <a:defRPr lang="ru-RU" sz="3300" b="1">
                <a:solidFill>
                  <a:srgbClr val="142536"/>
                </a:solidFill>
              </a:defRPr>
            </a:lvl8pPr>
            <a:lvl9pPr>
              <a:buNone/>
              <a:defRPr lang="ru-RU" sz="3300" b="1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3300" b="1">
                <a:solidFill>
                  <a:srgbClr val="142536"/>
                </a:solidFill>
              </a:defRPr>
            </a:pPr>
            <a:r>
              <a:rPr lang="ru-RU" sz="3300" b="1">
                <a:solidFill>
                  <a:srgbClr val="142536"/>
                </a:solidFill>
              </a:rPr>
              <a:t>Зачем нужны общие правила</a:t>
            </a:r>
          </a:p>
        </p:txBody>
      </p:sp>
      <p:sp>
        <p:nvSpPr>
          <p:cNvPr id="2" name="main-copy">
            <a:extLst xmlns:a="http://schemas.openxmlformats.org/drawingml/2006/main">
              <a:ext uri="{FF2B5EF4-FFF2-40B4-BE49-F238E27FC236}">
                <a16:creationId xmlns:a16="http://schemas.microsoft.com/office/drawing/2014/main" id="{597206C8-2D7A-4734-8E44-F75D5475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001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2100">
                <a:solidFill>
                  <a:srgbClr val="142536"/>
                </a:solidFill>
              </a:defRPr>
            </a:defPPr>
            <a:lvl1pPr>
              <a:buNone/>
              <a:defRPr lang="ru-RU" sz="2100">
                <a:solidFill>
                  <a:srgbClr val="142536"/>
                </a:solidFill>
              </a:defRPr>
            </a:lvl1pPr>
            <a:lvl2pPr>
              <a:buNone/>
              <a:defRPr lang="ru-RU" sz="2100">
                <a:solidFill>
                  <a:srgbClr val="142536"/>
                </a:solidFill>
              </a:defRPr>
            </a:lvl2pPr>
            <a:lvl3pPr>
              <a:buNone/>
              <a:defRPr lang="ru-RU" sz="2100">
                <a:solidFill>
                  <a:srgbClr val="142536"/>
                </a:solidFill>
              </a:defRPr>
            </a:lvl3pPr>
            <a:lvl4pPr>
              <a:buNone/>
              <a:defRPr lang="ru-RU" sz="2100">
                <a:solidFill>
                  <a:srgbClr val="142536"/>
                </a:solidFill>
              </a:defRPr>
            </a:lvl4pPr>
            <a:lvl5pPr>
              <a:buNone/>
              <a:defRPr lang="ru-RU" sz="2100">
                <a:solidFill>
                  <a:srgbClr val="142536"/>
                </a:solidFill>
              </a:defRPr>
            </a:lvl5pPr>
            <a:lvl6pPr>
              <a:buNone/>
              <a:defRPr lang="ru-RU" sz="2100">
                <a:solidFill>
                  <a:srgbClr val="142536"/>
                </a:solidFill>
              </a:defRPr>
            </a:lvl6pPr>
            <a:lvl7pPr>
              <a:buNone/>
              <a:defRPr lang="ru-RU" sz="2100">
                <a:solidFill>
                  <a:srgbClr val="142536"/>
                </a:solidFill>
              </a:defRPr>
            </a:lvl7pPr>
            <a:lvl8pPr>
              <a:buNone/>
              <a:defRPr lang="ru-RU" sz="2100">
                <a:solidFill>
                  <a:srgbClr val="142536"/>
                </a:solidFill>
              </a:defRPr>
            </a:lvl8pPr>
            <a:lvl9pPr>
              <a:buNone/>
              <a:defRPr lang="ru-RU" sz="2100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2100">
                <a:solidFill>
                  <a:srgbClr val="142536"/>
                </a:solidFill>
              </a:defRPr>
            </a:pPr>
            <a:r>
              <a:rPr lang="ru-RU" sz="2100">
                <a:solidFill>
                  <a:srgbClr val="142536"/>
                </a:solidFill>
              </a:rPr>
              <a:t>Код проще читать, даже если его написал другой человек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2100">
                <a:solidFill>
                  <a:srgbClr val="142536"/>
                </a:solidFill>
              </a:defRPr>
            </a:pPr>
            <a:r>
              <a:rPr lang="ru-RU" sz="2100">
                <a:solidFill>
                  <a:srgbClr val="142536"/>
                </a:solidFill>
              </a:rPr>
              <a:t>Ревью сосредоточено на логике, а не на пробелах и скобках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2100">
                <a:solidFill>
                  <a:srgbClr val="142536"/>
                </a:solidFill>
              </a:defRPr>
            </a:pPr>
            <a:r>
              <a:rPr lang="ru-RU" sz="2100">
                <a:solidFill>
                  <a:srgbClr val="142536"/>
                </a:solidFill>
              </a:rPr>
              <a:t>Новому разработчику легче разобраться в проекте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2100">
                <a:solidFill>
                  <a:srgbClr val="142536"/>
                </a:solidFill>
              </a:defRPr>
            </a:pPr>
            <a:r>
              <a:rPr lang="ru-RU" sz="2100">
                <a:solidFill>
                  <a:srgbClr val="142536"/>
                </a:solidFill>
              </a:rPr>
              <a:t>Единый стиль уменьшает число случайных ошибок</a:t>
            </a:r>
          </a:p>
        </p:txBody>
      </p:sp>
      <p:sp>
        <p:nvSpPr>
          <p:cNvPr id="3" name="caveat">
            <a:extLst xmlns:a="http://schemas.openxmlformats.org/drawingml/2006/main">
              <a:ext uri="{FF2B5EF4-FFF2-40B4-BE49-F238E27FC236}">
                <a16:creationId xmlns:a16="http://schemas.microsoft.com/office/drawing/2014/main" id="{0CBFA35B-8A29-4D1F-A002-1E067F07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500" i="1">
                <a:solidFill>
                  <a:srgbClr val="56636D"/>
                </a:solidFill>
              </a:defRPr>
            </a:defPPr>
            <a:lvl1pPr>
              <a:buNone/>
              <a:defRPr lang="ru-RU" sz="1500" i="1">
                <a:solidFill>
                  <a:srgbClr val="56636D"/>
                </a:solidFill>
              </a:defRPr>
            </a:lvl1pPr>
            <a:lvl2pPr>
              <a:buNone/>
              <a:defRPr lang="ru-RU" sz="1500" i="1">
                <a:solidFill>
                  <a:srgbClr val="56636D"/>
                </a:solidFill>
              </a:defRPr>
            </a:lvl2pPr>
            <a:lvl3pPr>
              <a:buNone/>
              <a:defRPr lang="ru-RU" sz="1500" i="1">
                <a:solidFill>
                  <a:srgbClr val="56636D"/>
                </a:solidFill>
              </a:defRPr>
            </a:lvl3pPr>
            <a:lvl4pPr>
              <a:buNone/>
              <a:defRPr lang="ru-RU" sz="1500" i="1">
                <a:solidFill>
                  <a:srgbClr val="56636D"/>
                </a:solidFill>
              </a:defRPr>
            </a:lvl4pPr>
            <a:lvl5pPr>
              <a:buNone/>
              <a:defRPr lang="ru-RU" sz="1500" i="1">
                <a:solidFill>
                  <a:srgbClr val="56636D"/>
                </a:solidFill>
              </a:defRPr>
            </a:lvl5pPr>
            <a:lvl6pPr>
              <a:buNone/>
              <a:defRPr lang="ru-RU" sz="1500" i="1">
                <a:solidFill>
                  <a:srgbClr val="56636D"/>
                </a:solidFill>
              </a:defRPr>
            </a:lvl6pPr>
            <a:lvl7pPr>
              <a:buNone/>
              <a:defRPr lang="ru-RU" sz="1500" i="1">
                <a:solidFill>
                  <a:srgbClr val="56636D"/>
                </a:solidFill>
              </a:defRPr>
            </a:lvl7pPr>
            <a:lvl8pPr>
              <a:buNone/>
              <a:defRPr lang="ru-RU" sz="1500" i="1">
                <a:solidFill>
                  <a:srgbClr val="56636D"/>
                </a:solidFill>
              </a:defRPr>
            </a:lvl8pPr>
            <a:lvl9pPr>
              <a:buNone/>
              <a:defRPr lang="ru-RU" sz="1500" i="1">
                <a:solidFill>
                  <a:srgbClr val="56636D"/>
                </a:solidFill>
              </a:defRPr>
            </a:lvl9pPr>
          </a:lstStyle>
          <a:p xmlns:a="http://schemas.openxmlformats.org/drawingml/2006/main">
            <a:pPr>
              <a:buNone/>
              <a:defRPr lang="ru-RU" sz="1500" i="1">
                <a:solidFill>
                  <a:srgbClr val="56636D"/>
                </a:solidFill>
              </a:defRPr>
            </a:pPr>
            <a:r>
              <a:rPr lang="ru-RU" sz="1500" i="1">
                <a:solidFill>
                  <a:srgbClr val="56636D"/>
                </a:solidFill>
              </a:rPr>
              <a:t>Стиль сам по себе не гарантирует правильную работу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007064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22500C-8303-4979-B364-C4A3756B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3300" b="1">
                <a:solidFill>
                  <a:srgbClr val="142536"/>
                </a:solidFill>
              </a:defRPr>
            </a:defPPr>
            <a:lvl1pPr>
              <a:buNone/>
              <a:defRPr lang="ru-RU" sz="3300" b="1">
                <a:solidFill>
                  <a:srgbClr val="142536"/>
                </a:solidFill>
              </a:defRPr>
            </a:lvl1pPr>
            <a:lvl2pPr>
              <a:buNone/>
              <a:defRPr lang="ru-RU" sz="3300" b="1">
                <a:solidFill>
                  <a:srgbClr val="142536"/>
                </a:solidFill>
              </a:defRPr>
            </a:lvl2pPr>
            <a:lvl3pPr>
              <a:buNone/>
              <a:defRPr lang="ru-RU" sz="3300" b="1">
                <a:solidFill>
                  <a:srgbClr val="142536"/>
                </a:solidFill>
              </a:defRPr>
            </a:lvl3pPr>
            <a:lvl4pPr>
              <a:buNone/>
              <a:defRPr lang="ru-RU" sz="3300" b="1">
                <a:solidFill>
                  <a:srgbClr val="142536"/>
                </a:solidFill>
              </a:defRPr>
            </a:lvl4pPr>
            <a:lvl5pPr>
              <a:buNone/>
              <a:defRPr lang="ru-RU" sz="3300" b="1">
                <a:solidFill>
                  <a:srgbClr val="142536"/>
                </a:solidFill>
              </a:defRPr>
            </a:lvl5pPr>
            <a:lvl6pPr>
              <a:buNone/>
              <a:defRPr lang="ru-RU" sz="3300" b="1">
                <a:solidFill>
                  <a:srgbClr val="142536"/>
                </a:solidFill>
              </a:defRPr>
            </a:lvl6pPr>
            <a:lvl7pPr>
              <a:buNone/>
              <a:defRPr lang="ru-RU" sz="3300" b="1">
                <a:solidFill>
                  <a:srgbClr val="142536"/>
                </a:solidFill>
              </a:defRPr>
            </a:lvl7pPr>
            <a:lvl8pPr>
              <a:buNone/>
              <a:defRPr lang="ru-RU" sz="3300" b="1">
                <a:solidFill>
                  <a:srgbClr val="142536"/>
                </a:solidFill>
              </a:defRPr>
            </a:lvl8pPr>
            <a:lvl9pPr>
              <a:buNone/>
              <a:defRPr lang="ru-RU" sz="3300" b="1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3300" b="1">
                <a:solidFill>
                  <a:srgbClr val="142536"/>
                </a:solidFill>
              </a:defRPr>
            </a:pPr>
            <a:r>
              <a:rPr lang="ru-RU" sz="3300" b="1">
                <a:solidFill>
                  <a:srgbClr val="142536"/>
                </a:solidFill>
              </a:rPr>
              <a:t>Что обычно входит в стандарт</a:t>
            </a:r>
          </a:p>
        </p:txBody>
      </p:sp>
      <p:sp>
        <p:nvSpPr>
          <p:cNvPr id="2" name="l1-head">
            <a:extLst xmlns:a="http://schemas.openxmlformats.org/drawingml/2006/main">
              <a:ext uri="{FF2B5EF4-FFF2-40B4-BE49-F238E27FC236}">
                <a16:creationId xmlns:a16="http://schemas.microsoft.com/office/drawing/2014/main" id="{7C4BD232-213C-40B3-ADFB-74CBC02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 b="1">
                <a:solidFill>
                  <a:srgbClr val="187C78"/>
                </a:solidFill>
              </a:defRPr>
            </a:defPPr>
            <a:lvl1pPr>
              <a:buNone/>
              <a:defRPr lang="ru-RU" sz="1650" b="1">
                <a:solidFill>
                  <a:srgbClr val="187C78"/>
                </a:solidFill>
              </a:defRPr>
            </a:lvl1pPr>
            <a:lvl2pPr>
              <a:buNone/>
              <a:defRPr lang="ru-RU" sz="1650" b="1">
                <a:solidFill>
                  <a:srgbClr val="187C78"/>
                </a:solidFill>
              </a:defRPr>
            </a:lvl2pPr>
            <a:lvl3pPr>
              <a:buNone/>
              <a:defRPr lang="ru-RU" sz="1650" b="1">
                <a:solidFill>
                  <a:srgbClr val="187C78"/>
                </a:solidFill>
              </a:defRPr>
            </a:lvl3pPr>
            <a:lvl4pPr>
              <a:buNone/>
              <a:defRPr lang="ru-RU" sz="1650" b="1">
                <a:solidFill>
                  <a:srgbClr val="187C78"/>
                </a:solidFill>
              </a:defRPr>
            </a:lvl4pPr>
            <a:lvl5pPr>
              <a:buNone/>
              <a:defRPr lang="ru-RU" sz="1650" b="1">
                <a:solidFill>
                  <a:srgbClr val="187C78"/>
                </a:solidFill>
              </a:defRPr>
            </a:lvl5pPr>
            <a:lvl6pPr>
              <a:buNone/>
              <a:defRPr lang="ru-RU" sz="1650" b="1">
                <a:solidFill>
                  <a:srgbClr val="187C78"/>
                </a:solidFill>
              </a:defRPr>
            </a:lvl6pPr>
            <a:lvl7pPr>
              <a:buNone/>
              <a:defRPr lang="ru-RU" sz="1650" b="1">
                <a:solidFill>
                  <a:srgbClr val="187C78"/>
                </a:solidFill>
              </a:defRPr>
            </a:lvl7pPr>
            <a:lvl8pPr>
              <a:buNone/>
              <a:defRPr lang="ru-RU" sz="1650" b="1">
                <a:solidFill>
                  <a:srgbClr val="187C78"/>
                </a:solidFill>
              </a:defRPr>
            </a:lvl8pPr>
            <a:lvl9pPr>
              <a:buNone/>
              <a:defRPr lang="ru-RU" sz="16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 b="1">
                <a:solidFill>
                  <a:srgbClr val="187C78"/>
                </a:solidFill>
              </a:defRPr>
            </a:pPr>
            <a:r>
              <a:rPr lang="ru-RU" sz="1650" b="1">
                <a:solidFill>
                  <a:srgbClr val="187C78"/>
                </a:solidFill>
              </a:rPr>
              <a:t>Оформление</a:t>
            </a:r>
          </a:p>
        </p:txBody>
      </p:sp>
      <p:sp>
        <p:nvSpPr>
          <p:cNvPr id="3" name="l1-detail">
            <a:extLst xmlns:a="http://schemas.openxmlformats.org/drawingml/2006/main">
              <a:ext uri="{FF2B5EF4-FFF2-40B4-BE49-F238E27FC236}">
                <a16:creationId xmlns:a16="http://schemas.microsoft.com/office/drawing/2014/main" id="{DF4AAD0C-7E35-4F8D-BE61-55D9488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00">
                <a:solidFill>
                  <a:srgbClr val="142536"/>
                </a:solidFill>
              </a:defRPr>
            </a:defPPr>
            <a:lvl1pPr>
              <a:buNone/>
              <a:defRPr lang="ru-RU" sz="1800">
                <a:solidFill>
                  <a:srgbClr val="142536"/>
                </a:solidFill>
              </a:defRPr>
            </a:lvl1pPr>
            <a:lvl2pPr>
              <a:buNone/>
              <a:defRPr lang="ru-RU" sz="1800">
                <a:solidFill>
                  <a:srgbClr val="142536"/>
                </a:solidFill>
              </a:defRPr>
            </a:lvl2pPr>
            <a:lvl3pPr>
              <a:buNone/>
              <a:defRPr lang="ru-RU" sz="1800">
                <a:solidFill>
                  <a:srgbClr val="142536"/>
                </a:solidFill>
              </a:defRPr>
            </a:lvl3pPr>
            <a:lvl4pPr>
              <a:buNone/>
              <a:defRPr lang="ru-RU" sz="1800">
                <a:solidFill>
                  <a:srgbClr val="142536"/>
                </a:solidFill>
              </a:defRPr>
            </a:lvl4pPr>
            <a:lvl5pPr>
              <a:buNone/>
              <a:defRPr lang="ru-RU" sz="1800">
                <a:solidFill>
                  <a:srgbClr val="142536"/>
                </a:solidFill>
              </a:defRPr>
            </a:lvl5pPr>
            <a:lvl6pPr>
              <a:buNone/>
              <a:defRPr lang="ru-RU" sz="1800">
                <a:solidFill>
                  <a:srgbClr val="142536"/>
                </a:solidFill>
              </a:defRPr>
            </a:lvl6pPr>
            <a:lvl7pPr>
              <a:buNone/>
              <a:defRPr lang="ru-RU" sz="1800">
                <a:solidFill>
                  <a:srgbClr val="142536"/>
                </a:solidFill>
              </a:defRPr>
            </a:lvl7pPr>
            <a:lvl8pPr>
              <a:buNone/>
              <a:defRPr lang="ru-RU" sz="1800">
                <a:solidFill>
                  <a:srgbClr val="142536"/>
                </a:solidFill>
              </a:defRPr>
            </a:lvl8pPr>
            <a:lvl9pPr>
              <a:buNone/>
              <a:defRPr lang="ru-RU" sz="1800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800">
                <a:solidFill>
                  <a:srgbClr val="142536"/>
                </a:solidFill>
              </a:defRPr>
            </a:pPr>
            <a:r>
              <a:rPr lang="ru-RU" sz="1800">
                <a:solidFill>
                  <a:srgbClr val="142536"/>
                </a:solidFill>
              </a:rPr>
              <a:t>Отступы, пробелы, скобки</a:t>
            </a:r>
          </a:p>
        </p:txBody>
      </p:sp>
      <p:sp>
        <p:nvSpPr>
          <p:cNvPr id="4" name="l2-head">
            <a:extLst xmlns:a="http://schemas.openxmlformats.org/drawingml/2006/main">
              <a:ext uri="{FF2B5EF4-FFF2-40B4-BE49-F238E27FC236}">
                <a16:creationId xmlns:a16="http://schemas.microsoft.com/office/drawing/2014/main" id="{39A42602-AEBF-4AF3-B2C4-3F96625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 b="1">
                <a:solidFill>
                  <a:srgbClr val="187C78"/>
                </a:solidFill>
              </a:defRPr>
            </a:defPPr>
            <a:lvl1pPr>
              <a:buNone/>
              <a:defRPr lang="ru-RU" sz="1650" b="1">
                <a:solidFill>
                  <a:srgbClr val="187C78"/>
                </a:solidFill>
              </a:defRPr>
            </a:lvl1pPr>
            <a:lvl2pPr>
              <a:buNone/>
              <a:defRPr lang="ru-RU" sz="1650" b="1">
                <a:solidFill>
                  <a:srgbClr val="187C78"/>
                </a:solidFill>
              </a:defRPr>
            </a:lvl2pPr>
            <a:lvl3pPr>
              <a:buNone/>
              <a:defRPr lang="ru-RU" sz="1650" b="1">
                <a:solidFill>
                  <a:srgbClr val="187C78"/>
                </a:solidFill>
              </a:defRPr>
            </a:lvl3pPr>
            <a:lvl4pPr>
              <a:buNone/>
              <a:defRPr lang="ru-RU" sz="1650" b="1">
                <a:solidFill>
                  <a:srgbClr val="187C78"/>
                </a:solidFill>
              </a:defRPr>
            </a:lvl4pPr>
            <a:lvl5pPr>
              <a:buNone/>
              <a:defRPr lang="ru-RU" sz="1650" b="1">
                <a:solidFill>
                  <a:srgbClr val="187C78"/>
                </a:solidFill>
              </a:defRPr>
            </a:lvl5pPr>
            <a:lvl6pPr>
              <a:buNone/>
              <a:defRPr lang="ru-RU" sz="1650" b="1">
                <a:solidFill>
                  <a:srgbClr val="187C78"/>
                </a:solidFill>
              </a:defRPr>
            </a:lvl6pPr>
            <a:lvl7pPr>
              <a:buNone/>
              <a:defRPr lang="ru-RU" sz="1650" b="1">
                <a:solidFill>
                  <a:srgbClr val="187C78"/>
                </a:solidFill>
              </a:defRPr>
            </a:lvl7pPr>
            <a:lvl8pPr>
              <a:buNone/>
              <a:defRPr lang="ru-RU" sz="1650" b="1">
                <a:solidFill>
                  <a:srgbClr val="187C78"/>
                </a:solidFill>
              </a:defRPr>
            </a:lvl8pPr>
            <a:lvl9pPr>
              <a:buNone/>
              <a:defRPr lang="ru-RU" sz="16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 b="1">
                <a:solidFill>
                  <a:srgbClr val="187C78"/>
                </a:solidFill>
              </a:defRPr>
            </a:pPr>
            <a:r>
              <a:rPr lang="ru-RU" sz="1650" b="1">
                <a:solidFill>
                  <a:srgbClr val="187C78"/>
                </a:solidFill>
              </a:rPr>
              <a:t>Имена</a:t>
            </a:r>
          </a:p>
        </p:txBody>
      </p:sp>
      <p:sp>
        <p:nvSpPr>
          <p:cNvPr id="5" name="l2-detail">
            <a:extLst xmlns:a="http://schemas.openxmlformats.org/drawingml/2006/main">
              <a:ext uri="{FF2B5EF4-FFF2-40B4-BE49-F238E27FC236}">
                <a16:creationId xmlns:a16="http://schemas.microsoft.com/office/drawing/2014/main" id="{E326A38B-80CC-406D-B320-2137175A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00">
                <a:solidFill>
                  <a:srgbClr val="142536"/>
                </a:solidFill>
              </a:defRPr>
            </a:defPPr>
            <a:lvl1pPr>
              <a:buNone/>
              <a:defRPr lang="ru-RU" sz="1800">
                <a:solidFill>
                  <a:srgbClr val="142536"/>
                </a:solidFill>
              </a:defRPr>
            </a:lvl1pPr>
            <a:lvl2pPr>
              <a:buNone/>
              <a:defRPr lang="ru-RU" sz="1800">
                <a:solidFill>
                  <a:srgbClr val="142536"/>
                </a:solidFill>
              </a:defRPr>
            </a:lvl2pPr>
            <a:lvl3pPr>
              <a:buNone/>
              <a:defRPr lang="ru-RU" sz="1800">
                <a:solidFill>
                  <a:srgbClr val="142536"/>
                </a:solidFill>
              </a:defRPr>
            </a:lvl3pPr>
            <a:lvl4pPr>
              <a:buNone/>
              <a:defRPr lang="ru-RU" sz="1800">
                <a:solidFill>
                  <a:srgbClr val="142536"/>
                </a:solidFill>
              </a:defRPr>
            </a:lvl4pPr>
            <a:lvl5pPr>
              <a:buNone/>
              <a:defRPr lang="ru-RU" sz="1800">
                <a:solidFill>
                  <a:srgbClr val="142536"/>
                </a:solidFill>
              </a:defRPr>
            </a:lvl5pPr>
            <a:lvl6pPr>
              <a:buNone/>
              <a:defRPr lang="ru-RU" sz="1800">
                <a:solidFill>
                  <a:srgbClr val="142536"/>
                </a:solidFill>
              </a:defRPr>
            </a:lvl6pPr>
            <a:lvl7pPr>
              <a:buNone/>
              <a:defRPr lang="ru-RU" sz="1800">
                <a:solidFill>
                  <a:srgbClr val="142536"/>
                </a:solidFill>
              </a:defRPr>
            </a:lvl7pPr>
            <a:lvl8pPr>
              <a:buNone/>
              <a:defRPr lang="ru-RU" sz="1800">
                <a:solidFill>
                  <a:srgbClr val="142536"/>
                </a:solidFill>
              </a:defRPr>
            </a:lvl8pPr>
            <a:lvl9pPr>
              <a:buNone/>
              <a:defRPr lang="ru-RU" sz="1800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800">
                <a:solidFill>
                  <a:srgbClr val="142536"/>
                </a:solidFill>
              </a:defRPr>
            </a:pPr>
            <a:r>
              <a:rPr lang="ru-RU" sz="1800">
                <a:solidFill>
                  <a:srgbClr val="142536"/>
                </a:solidFill>
              </a:rPr>
              <a:t>Переменные, функции, типы</a:t>
            </a:r>
          </a:p>
        </p:txBody>
      </p:sp>
      <p:sp>
        <p:nvSpPr>
          <p:cNvPr id="6" name="l3-head">
            <a:extLst xmlns:a="http://schemas.openxmlformats.org/drawingml/2006/main">
              <a:ext uri="{FF2B5EF4-FFF2-40B4-BE49-F238E27FC236}">
                <a16:creationId xmlns:a16="http://schemas.microsoft.com/office/drawing/2014/main" id="{B248A34C-4FB1-49C3-8808-789ADA06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 b="1">
                <a:solidFill>
                  <a:srgbClr val="187C78"/>
                </a:solidFill>
              </a:defRPr>
            </a:defPPr>
            <a:lvl1pPr>
              <a:buNone/>
              <a:defRPr lang="ru-RU" sz="1650" b="1">
                <a:solidFill>
                  <a:srgbClr val="187C78"/>
                </a:solidFill>
              </a:defRPr>
            </a:lvl1pPr>
            <a:lvl2pPr>
              <a:buNone/>
              <a:defRPr lang="ru-RU" sz="1650" b="1">
                <a:solidFill>
                  <a:srgbClr val="187C78"/>
                </a:solidFill>
              </a:defRPr>
            </a:lvl2pPr>
            <a:lvl3pPr>
              <a:buNone/>
              <a:defRPr lang="ru-RU" sz="1650" b="1">
                <a:solidFill>
                  <a:srgbClr val="187C78"/>
                </a:solidFill>
              </a:defRPr>
            </a:lvl3pPr>
            <a:lvl4pPr>
              <a:buNone/>
              <a:defRPr lang="ru-RU" sz="1650" b="1">
                <a:solidFill>
                  <a:srgbClr val="187C78"/>
                </a:solidFill>
              </a:defRPr>
            </a:lvl4pPr>
            <a:lvl5pPr>
              <a:buNone/>
              <a:defRPr lang="ru-RU" sz="1650" b="1">
                <a:solidFill>
                  <a:srgbClr val="187C78"/>
                </a:solidFill>
              </a:defRPr>
            </a:lvl5pPr>
            <a:lvl6pPr>
              <a:buNone/>
              <a:defRPr lang="ru-RU" sz="1650" b="1">
                <a:solidFill>
                  <a:srgbClr val="187C78"/>
                </a:solidFill>
              </a:defRPr>
            </a:lvl6pPr>
            <a:lvl7pPr>
              <a:buNone/>
              <a:defRPr lang="ru-RU" sz="1650" b="1">
                <a:solidFill>
                  <a:srgbClr val="187C78"/>
                </a:solidFill>
              </a:defRPr>
            </a:lvl7pPr>
            <a:lvl8pPr>
              <a:buNone/>
              <a:defRPr lang="ru-RU" sz="1650" b="1">
                <a:solidFill>
                  <a:srgbClr val="187C78"/>
                </a:solidFill>
              </a:defRPr>
            </a:lvl8pPr>
            <a:lvl9pPr>
              <a:buNone/>
              <a:defRPr lang="ru-RU" sz="16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 b="1">
                <a:solidFill>
                  <a:srgbClr val="187C78"/>
                </a:solidFill>
              </a:defRPr>
            </a:pPr>
            <a:r>
              <a:rPr lang="ru-RU" sz="1650" b="1">
                <a:solidFill>
                  <a:srgbClr val="187C78"/>
                </a:solidFill>
              </a:rPr>
              <a:t>Структура</a:t>
            </a:r>
          </a:p>
        </p:txBody>
      </p:sp>
      <p:sp>
        <p:nvSpPr>
          <p:cNvPr id="7" name="l3-detail">
            <a:extLst xmlns:a="http://schemas.openxmlformats.org/drawingml/2006/main">
              <a:ext uri="{FF2B5EF4-FFF2-40B4-BE49-F238E27FC236}">
                <a16:creationId xmlns:a16="http://schemas.microsoft.com/office/drawing/2014/main" id="{3297D172-A109-46B0-B614-65321F48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00">
                <a:solidFill>
                  <a:srgbClr val="142536"/>
                </a:solidFill>
              </a:defRPr>
            </a:defPPr>
            <a:lvl1pPr>
              <a:buNone/>
              <a:defRPr lang="ru-RU" sz="1800">
                <a:solidFill>
                  <a:srgbClr val="142536"/>
                </a:solidFill>
              </a:defRPr>
            </a:lvl1pPr>
            <a:lvl2pPr>
              <a:buNone/>
              <a:defRPr lang="ru-RU" sz="1800">
                <a:solidFill>
                  <a:srgbClr val="142536"/>
                </a:solidFill>
              </a:defRPr>
            </a:lvl2pPr>
            <a:lvl3pPr>
              <a:buNone/>
              <a:defRPr lang="ru-RU" sz="1800">
                <a:solidFill>
                  <a:srgbClr val="142536"/>
                </a:solidFill>
              </a:defRPr>
            </a:lvl3pPr>
            <a:lvl4pPr>
              <a:buNone/>
              <a:defRPr lang="ru-RU" sz="1800">
                <a:solidFill>
                  <a:srgbClr val="142536"/>
                </a:solidFill>
              </a:defRPr>
            </a:lvl4pPr>
            <a:lvl5pPr>
              <a:buNone/>
              <a:defRPr lang="ru-RU" sz="1800">
                <a:solidFill>
                  <a:srgbClr val="142536"/>
                </a:solidFill>
              </a:defRPr>
            </a:lvl5pPr>
            <a:lvl6pPr>
              <a:buNone/>
              <a:defRPr lang="ru-RU" sz="1800">
                <a:solidFill>
                  <a:srgbClr val="142536"/>
                </a:solidFill>
              </a:defRPr>
            </a:lvl6pPr>
            <a:lvl7pPr>
              <a:buNone/>
              <a:defRPr lang="ru-RU" sz="1800">
                <a:solidFill>
                  <a:srgbClr val="142536"/>
                </a:solidFill>
              </a:defRPr>
            </a:lvl7pPr>
            <a:lvl8pPr>
              <a:buNone/>
              <a:defRPr lang="ru-RU" sz="1800">
                <a:solidFill>
                  <a:srgbClr val="142536"/>
                </a:solidFill>
              </a:defRPr>
            </a:lvl8pPr>
            <a:lvl9pPr>
              <a:buNone/>
              <a:defRPr lang="ru-RU" sz="1800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800">
                <a:solidFill>
                  <a:srgbClr val="142536"/>
                </a:solidFill>
              </a:defRPr>
            </a:pPr>
            <a:r>
              <a:rPr lang="ru-RU" sz="1800">
                <a:solidFill>
                  <a:srgbClr val="142536"/>
                </a:solidFill>
              </a:rPr>
              <a:t>Файлы, модули, порядок кода</a:t>
            </a:r>
          </a:p>
        </p:txBody>
      </p:sp>
      <p:sp>
        <p:nvSpPr>
          <p:cNvPr id="8" name="r1-head">
            <a:extLst xmlns:a="http://schemas.openxmlformats.org/drawingml/2006/main">
              <a:ext uri="{FF2B5EF4-FFF2-40B4-BE49-F238E27FC236}">
                <a16:creationId xmlns:a16="http://schemas.microsoft.com/office/drawing/2014/main" id="{D63E66DC-AE08-42A0-B8D2-254F98C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 b="1">
                <a:solidFill>
                  <a:srgbClr val="187C78"/>
                </a:solidFill>
              </a:defRPr>
            </a:defPPr>
            <a:lvl1pPr>
              <a:buNone/>
              <a:defRPr lang="ru-RU" sz="1650" b="1">
                <a:solidFill>
                  <a:srgbClr val="187C78"/>
                </a:solidFill>
              </a:defRPr>
            </a:lvl1pPr>
            <a:lvl2pPr>
              <a:buNone/>
              <a:defRPr lang="ru-RU" sz="1650" b="1">
                <a:solidFill>
                  <a:srgbClr val="187C78"/>
                </a:solidFill>
              </a:defRPr>
            </a:lvl2pPr>
            <a:lvl3pPr>
              <a:buNone/>
              <a:defRPr lang="ru-RU" sz="1650" b="1">
                <a:solidFill>
                  <a:srgbClr val="187C78"/>
                </a:solidFill>
              </a:defRPr>
            </a:lvl3pPr>
            <a:lvl4pPr>
              <a:buNone/>
              <a:defRPr lang="ru-RU" sz="1650" b="1">
                <a:solidFill>
                  <a:srgbClr val="187C78"/>
                </a:solidFill>
              </a:defRPr>
            </a:lvl4pPr>
            <a:lvl5pPr>
              <a:buNone/>
              <a:defRPr lang="ru-RU" sz="1650" b="1">
                <a:solidFill>
                  <a:srgbClr val="187C78"/>
                </a:solidFill>
              </a:defRPr>
            </a:lvl5pPr>
            <a:lvl6pPr>
              <a:buNone/>
              <a:defRPr lang="ru-RU" sz="1650" b="1">
                <a:solidFill>
                  <a:srgbClr val="187C78"/>
                </a:solidFill>
              </a:defRPr>
            </a:lvl6pPr>
            <a:lvl7pPr>
              <a:buNone/>
              <a:defRPr lang="ru-RU" sz="1650" b="1">
                <a:solidFill>
                  <a:srgbClr val="187C78"/>
                </a:solidFill>
              </a:defRPr>
            </a:lvl7pPr>
            <a:lvl8pPr>
              <a:buNone/>
              <a:defRPr lang="ru-RU" sz="1650" b="1">
                <a:solidFill>
                  <a:srgbClr val="187C78"/>
                </a:solidFill>
              </a:defRPr>
            </a:lvl8pPr>
            <a:lvl9pPr>
              <a:buNone/>
              <a:defRPr lang="ru-RU" sz="16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 b="1">
                <a:solidFill>
                  <a:srgbClr val="187C78"/>
                </a:solidFill>
              </a:defRPr>
            </a:pPr>
            <a:r>
              <a:rPr lang="ru-RU" sz="1650" b="1">
                <a:solidFill>
                  <a:srgbClr val="187C78"/>
                </a:solidFill>
              </a:rPr>
              <a:t>Документация</a:t>
            </a:r>
          </a:p>
        </p:txBody>
      </p:sp>
      <p:sp>
        <p:nvSpPr>
          <p:cNvPr id="9" name="r1-detail">
            <a:extLst xmlns:a="http://schemas.openxmlformats.org/drawingml/2006/main">
              <a:ext uri="{FF2B5EF4-FFF2-40B4-BE49-F238E27FC236}">
                <a16:creationId xmlns:a16="http://schemas.microsoft.com/office/drawing/2014/main" id="{00A7AE89-2F9E-4FB1-A238-10AE8120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00">
                <a:solidFill>
                  <a:srgbClr val="142536"/>
                </a:solidFill>
              </a:defRPr>
            </a:defPPr>
            <a:lvl1pPr>
              <a:buNone/>
              <a:defRPr lang="ru-RU" sz="1800">
                <a:solidFill>
                  <a:srgbClr val="142536"/>
                </a:solidFill>
              </a:defRPr>
            </a:lvl1pPr>
            <a:lvl2pPr>
              <a:buNone/>
              <a:defRPr lang="ru-RU" sz="1800">
                <a:solidFill>
                  <a:srgbClr val="142536"/>
                </a:solidFill>
              </a:defRPr>
            </a:lvl2pPr>
            <a:lvl3pPr>
              <a:buNone/>
              <a:defRPr lang="ru-RU" sz="1800">
                <a:solidFill>
                  <a:srgbClr val="142536"/>
                </a:solidFill>
              </a:defRPr>
            </a:lvl3pPr>
            <a:lvl4pPr>
              <a:buNone/>
              <a:defRPr lang="ru-RU" sz="1800">
                <a:solidFill>
                  <a:srgbClr val="142536"/>
                </a:solidFill>
              </a:defRPr>
            </a:lvl4pPr>
            <a:lvl5pPr>
              <a:buNone/>
              <a:defRPr lang="ru-RU" sz="1800">
                <a:solidFill>
                  <a:srgbClr val="142536"/>
                </a:solidFill>
              </a:defRPr>
            </a:lvl5pPr>
            <a:lvl6pPr>
              <a:buNone/>
              <a:defRPr lang="ru-RU" sz="1800">
                <a:solidFill>
                  <a:srgbClr val="142536"/>
                </a:solidFill>
              </a:defRPr>
            </a:lvl6pPr>
            <a:lvl7pPr>
              <a:buNone/>
              <a:defRPr lang="ru-RU" sz="1800">
                <a:solidFill>
                  <a:srgbClr val="142536"/>
                </a:solidFill>
              </a:defRPr>
            </a:lvl7pPr>
            <a:lvl8pPr>
              <a:buNone/>
              <a:defRPr lang="ru-RU" sz="1800">
                <a:solidFill>
                  <a:srgbClr val="142536"/>
                </a:solidFill>
              </a:defRPr>
            </a:lvl8pPr>
            <a:lvl9pPr>
              <a:buNone/>
              <a:defRPr lang="ru-RU" sz="1800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800">
                <a:solidFill>
                  <a:srgbClr val="142536"/>
                </a:solidFill>
              </a:defRPr>
            </a:pPr>
            <a:r>
              <a:rPr lang="ru-RU" sz="1800">
                <a:solidFill>
                  <a:srgbClr val="142536"/>
                </a:solidFill>
              </a:rPr>
              <a:t>Комментарии и описание API</a:t>
            </a:r>
          </a:p>
        </p:txBody>
      </p:sp>
      <p:sp>
        <p:nvSpPr>
          <p:cNvPr id="10" name="r2-head">
            <a:extLst xmlns:a="http://schemas.openxmlformats.org/drawingml/2006/main">
              <a:ext uri="{FF2B5EF4-FFF2-40B4-BE49-F238E27FC236}">
                <a16:creationId xmlns:a16="http://schemas.microsoft.com/office/drawing/2014/main" id="{BAAB182B-D44E-4E49-BB35-8629FF31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 b="1">
                <a:solidFill>
                  <a:srgbClr val="187C78"/>
                </a:solidFill>
              </a:defRPr>
            </a:defPPr>
            <a:lvl1pPr>
              <a:buNone/>
              <a:defRPr lang="ru-RU" sz="1650" b="1">
                <a:solidFill>
                  <a:srgbClr val="187C78"/>
                </a:solidFill>
              </a:defRPr>
            </a:lvl1pPr>
            <a:lvl2pPr>
              <a:buNone/>
              <a:defRPr lang="ru-RU" sz="1650" b="1">
                <a:solidFill>
                  <a:srgbClr val="187C78"/>
                </a:solidFill>
              </a:defRPr>
            </a:lvl2pPr>
            <a:lvl3pPr>
              <a:buNone/>
              <a:defRPr lang="ru-RU" sz="1650" b="1">
                <a:solidFill>
                  <a:srgbClr val="187C78"/>
                </a:solidFill>
              </a:defRPr>
            </a:lvl3pPr>
            <a:lvl4pPr>
              <a:buNone/>
              <a:defRPr lang="ru-RU" sz="1650" b="1">
                <a:solidFill>
                  <a:srgbClr val="187C78"/>
                </a:solidFill>
              </a:defRPr>
            </a:lvl4pPr>
            <a:lvl5pPr>
              <a:buNone/>
              <a:defRPr lang="ru-RU" sz="1650" b="1">
                <a:solidFill>
                  <a:srgbClr val="187C78"/>
                </a:solidFill>
              </a:defRPr>
            </a:lvl5pPr>
            <a:lvl6pPr>
              <a:buNone/>
              <a:defRPr lang="ru-RU" sz="1650" b="1">
                <a:solidFill>
                  <a:srgbClr val="187C78"/>
                </a:solidFill>
              </a:defRPr>
            </a:lvl6pPr>
            <a:lvl7pPr>
              <a:buNone/>
              <a:defRPr lang="ru-RU" sz="1650" b="1">
                <a:solidFill>
                  <a:srgbClr val="187C78"/>
                </a:solidFill>
              </a:defRPr>
            </a:lvl7pPr>
            <a:lvl8pPr>
              <a:buNone/>
              <a:defRPr lang="ru-RU" sz="1650" b="1">
                <a:solidFill>
                  <a:srgbClr val="187C78"/>
                </a:solidFill>
              </a:defRPr>
            </a:lvl8pPr>
            <a:lvl9pPr>
              <a:buNone/>
              <a:defRPr lang="ru-RU" sz="16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 b="1">
                <a:solidFill>
                  <a:srgbClr val="187C78"/>
                </a:solidFill>
              </a:defRPr>
            </a:pPr>
            <a:r>
              <a:rPr lang="ru-RU" sz="1650" b="1">
                <a:solidFill>
                  <a:srgbClr val="187C78"/>
                </a:solidFill>
              </a:rPr>
              <a:t>Ошибки</a:t>
            </a:r>
          </a:p>
        </p:txBody>
      </p:sp>
      <p:sp>
        <p:nvSpPr>
          <p:cNvPr id="11" name="r2-detail">
            <a:extLst xmlns:a="http://schemas.openxmlformats.org/drawingml/2006/main">
              <a:ext uri="{FF2B5EF4-FFF2-40B4-BE49-F238E27FC236}">
                <a16:creationId xmlns:a16="http://schemas.microsoft.com/office/drawing/2014/main" id="{F3AD04FF-752F-4823-BEC5-AAC09402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00">
                <a:solidFill>
                  <a:srgbClr val="142536"/>
                </a:solidFill>
              </a:defRPr>
            </a:defPPr>
            <a:lvl1pPr>
              <a:buNone/>
              <a:defRPr lang="ru-RU" sz="1800">
                <a:solidFill>
                  <a:srgbClr val="142536"/>
                </a:solidFill>
              </a:defRPr>
            </a:lvl1pPr>
            <a:lvl2pPr>
              <a:buNone/>
              <a:defRPr lang="ru-RU" sz="1800">
                <a:solidFill>
                  <a:srgbClr val="142536"/>
                </a:solidFill>
              </a:defRPr>
            </a:lvl2pPr>
            <a:lvl3pPr>
              <a:buNone/>
              <a:defRPr lang="ru-RU" sz="1800">
                <a:solidFill>
                  <a:srgbClr val="142536"/>
                </a:solidFill>
              </a:defRPr>
            </a:lvl3pPr>
            <a:lvl4pPr>
              <a:buNone/>
              <a:defRPr lang="ru-RU" sz="1800">
                <a:solidFill>
                  <a:srgbClr val="142536"/>
                </a:solidFill>
              </a:defRPr>
            </a:lvl4pPr>
            <a:lvl5pPr>
              <a:buNone/>
              <a:defRPr lang="ru-RU" sz="1800">
                <a:solidFill>
                  <a:srgbClr val="142536"/>
                </a:solidFill>
              </a:defRPr>
            </a:lvl5pPr>
            <a:lvl6pPr>
              <a:buNone/>
              <a:defRPr lang="ru-RU" sz="1800">
                <a:solidFill>
                  <a:srgbClr val="142536"/>
                </a:solidFill>
              </a:defRPr>
            </a:lvl6pPr>
            <a:lvl7pPr>
              <a:buNone/>
              <a:defRPr lang="ru-RU" sz="1800">
                <a:solidFill>
                  <a:srgbClr val="142536"/>
                </a:solidFill>
              </a:defRPr>
            </a:lvl7pPr>
            <a:lvl8pPr>
              <a:buNone/>
              <a:defRPr lang="ru-RU" sz="1800">
                <a:solidFill>
                  <a:srgbClr val="142536"/>
                </a:solidFill>
              </a:defRPr>
            </a:lvl8pPr>
            <a:lvl9pPr>
              <a:buNone/>
              <a:defRPr lang="ru-RU" sz="1800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800">
                <a:solidFill>
                  <a:srgbClr val="142536"/>
                </a:solidFill>
              </a:defRPr>
            </a:pPr>
            <a:r>
              <a:rPr lang="ru-RU" sz="1800">
                <a:solidFill>
                  <a:srgbClr val="142536"/>
                </a:solidFill>
              </a:rPr>
              <a:t>Проверки и обработка исключений</a:t>
            </a:r>
          </a:p>
        </p:txBody>
      </p:sp>
      <p:sp>
        <p:nvSpPr>
          <p:cNvPr id="12" name="r3-head">
            <a:extLst xmlns:a="http://schemas.openxmlformats.org/drawingml/2006/main">
              <a:ext uri="{FF2B5EF4-FFF2-40B4-BE49-F238E27FC236}">
                <a16:creationId xmlns:a16="http://schemas.microsoft.com/office/drawing/2014/main" id="{65DA83B5-EF20-4283-A642-1303BD44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 b="1">
                <a:solidFill>
                  <a:srgbClr val="187C78"/>
                </a:solidFill>
              </a:defRPr>
            </a:defPPr>
            <a:lvl1pPr>
              <a:buNone/>
              <a:defRPr lang="ru-RU" sz="1650" b="1">
                <a:solidFill>
                  <a:srgbClr val="187C78"/>
                </a:solidFill>
              </a:defRPr>
            </a:lvl1pPr>
            <a:lvl2pPr>
              <a:buNone/>
              <a:defRPr lang="ru-RU" sz="1650" b="1">
                <a:solidFill>
                  <a:srgbClr val="187C78"/>
                </a:solidFill>
              </a:defRPr>
            </a:lvl2pPr>
            <a:lvl3pPr>
              <a:buNone/>
              <a:defRPr lang="ru-RU" sz="1650" b="1">
                <a:solidFill>
                  <a:srgbClr val="187C78"/>
                </a:solidFill>
              </a:defRPr>
            </a:lvl3pPr>
            <a:lvl4pPr>
              <a:buNone/>
              <a:defRPr lang="ru-RU" sz="1650" b="1">
                <a:solidFill>
                  <a:srgbClr val="187C78"/>
                </a:solidFill>
              </a:defRPr>
            </a:lvl4pPr>
            <a:lvl5pPr>
              <a:buNone/>
              <a:defRPr lang="ru-RU" sz="1650" b="1">
                <a:solidFill>
                  <a:srgbClr val="187C78"/>
                </a:solidFill>
              </a:defRPr>
            </a:lvl5pPr>
            <a:lvl6pPr>
              <a:buNone/>
              <a:defRPr lang="ru-RU" sz="1650" b="1">
                <a:solidFill>
                  <a:srgbClr val="187C78"/>
                </a:solidFill>
              </a:defRPr>
            </a:lvl6pPr>
            <a:lvl7pPr>
              <a:buNone/>
              <a:defRPr lang="ru-RU" sz="1650" b="1">
                <a:solidFill>
                  <a:srgbClr val="187C78"/>
                </a:solidFill>
              </a:defRPr>
            </a:lvl7pPr>
            <a:lvl8pPr>
              <a:buNone/>
              <a:defRPr lang="ru-RU" sz="1650" b="1">
                <a:solidFill>
                  <a:srgbClr val="187C78"/>
                </a:solidFill>
              </a:defRPr>
            </a:lvl8pPr>
            <a:lvl9pPr>
              <a:buNone/>
              <a:defRPr lang="ru-RU" sz="16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 b="1">
                <a:solidFill>
                  <a:srgbClr val="187C78"/>
                </a:solidFill>
              </a:defRPr>
            </a:pPr>
            <a:r>
              <a:rPr lang="ru-RU" sz="1650" b="1">
                <a:solidFill>
                  <a:srgbClr val="187C78"/>
                </a:solidFill>
              </a:rPr>
              <a:t>Инструменты</a:t>
            </a:r>
          </a:p>
        </p:txBody>
      </p:sp>
      <p:sp>
        <p:nvSpPr>
          <p:cNvPr id="13" name="r3-detail">
            <a:extLst xmlns:a="http://schemas.openxmlformats.org/drawingml/2006/main">
              <a:ext uri="{FF2B5EF4-FFF2-40B4-BE49-F238E27FC236}">
                <a16:creationId xmlns:a16="http://schemas.microsoft.com/office/drawing/2014/main" id="{D77F9129-AA65-41CB-A983-6F7A3BF4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434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00">
                <a:solidFill>
                  <a:srgbClr val="142536"/>
                </a:solidFill>
              </a:defRPr>
            </a:defPPr>
            <a:lvl1pPr>
              <a:buNone/>
              <a:defRPr lang="ru-RU" sz="1800">
                <a:solidFill>
                  <a:srgbClr val="142536"/>
                </a:solidFill>
              </a:defRPr>
            </a:lvl1pPr>
            <a:lvl2pPr>
              <a:buNone/>
              <a:defRPr lang="ru-RU" sz="1800">
                <a:solidFill>
                  <a:srgbClr val="142536"/>
                </a:solidFill>
              </a:defRPr>
            </a:lvl2pPr>
            <a:lvl3pPr>
              <a:buNone/>
              <a:defRPr lang="ru-RU" sz="1800">
                <a:solidFill>
                  <a:srgbClr val="142536"/>
                </a:solidFill>
              </a:defRPr>
            </a:lvl3pPr>
            <a:lvl4pPr>
              <a:buNone/>
              <a:defRPr lang="ru-RU" sz="1800">
                <a:solidFill>
                  <a:srgbClr val="142536"/>
                </a:solidFill>
              </a:defRPr>
            </a:lvl4pPr>
            <a:lvl5pPr>
              <a:buNone/>
              <a:defRPr lang="ru-RU" sz="1800">
                <a:solidFill>
                  <a:srgbClr val="142536"/>
                </a:solidFill>
              </a:defRPr>
            </a:lvl5pPr>
            <a:lvl6pPr>
              <a:buNone/>
              <a:defRPr lang="ru-RU" sz="1800">
                <a:solidFill>
                  <a:srgbClr val="142536"/>
                </a:solidFill>
              </a:defRPr>
            </a:lvl6pPr>
            <a:lvl7pPr>
              <a:buNone/>
              <a:defRPr lang="ru-RU" sz="1800">
                <a:solidFill>
                  <a:srgbClr val="142536"/>
                </a:solidFill>
              </a:defRPr>
            </a:lvl7pPr>
            <a:lvl8pPr>
              <a:buNone/>
              <a:defRPr lang="ru-RU" sz="1800">
                <a:solidFill>
                  <a:srgbClr val="142536"/>
                </a:solidFill>
              </a:defRPr>
            </a:lvl8pPr>
            <a:lvl9pPr>
              <a:buNone/>
              <a:defRPr lang="ru-RU" sz="1800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800">
                <a:solidFill>
                  <a:srgbClr val="142536"/>
                </a:solidFill>
              </a:defRPr>
            </a:pPr>
            <a:r>
              <a:rPr lang="ru-RU" sz="1800">
                <a:solidFill>
                  <a:srgbClr val="142536"/>
                </a:solidFill>
              </a:rPr>
              <a:t>Форматтеры и статический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1495977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5E1230-45FD-4E75-B382-C7BF62CC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3300" b="1">
                <a:solidFill>
                  <a:srgbClr val="142536"/>
                </a:solidFill>
              </a:defRPr>
            </a:defPPr>
            <a:lvl1pPr>
              <a:buNone/>
              <a:defRPr lang="ru-RU" sz="3300" b="1">
                <a:solidFill>
                  <a:srgbClr val="142536"/>
                </a:solidFill>
              </a:defRPr>
            </a:lvl1pPr>
            <a:lvl2pPr>
              <a:buNone/>
              <a:defRPr lang="ru-RU" sz="3300" b="1">
                <a:solidFill>
                  <a:srgbClr val="142536"/>
                </a:solidFill>
              </a:defRPr>
            </a:lvl2pPr>
            <a:lvl3pPr>
              <a:buNone/>
              <a:defRPr lang="ru-RU" sz="3300" b="1">
                <a:solidFill>
                  <a:srgbClr val="142536"/>
                </a:solidFill>
              </a:defRPr>
            </a:lvl3pPr>
            <a:lvl4pPr>
              <a:buNone/>
              <a:defRPr lang="ru-RU" sz="3300" b="1">
                <a:solidFill>
                  <a:srgbClr val="142536"/>
                </a:solidFill>
              </a:defRPr>
            </a:lvl4pPr>
            <a:lvl5pPr>
              <a:buNone/>
              <a:defRPr lang="ru-RU" sz="3300" b="1">
                <a:solidFill>
                  <a:srgbClr val="142536"/>
                </a:solidFill>
              </a:defRPr>
            </a:lvl5pPr>
            <a:lvl6pPr>
              <a:buNone/>
              <a:defRPr lang="ru-RU" sz="3300" b="1">
                <a:solidFill>
                  <a:srgbClr val="142536"/>
                </a:solidFill>
              </a:defRPr>
            </a:lvl6pPr>
            <a:lvl7pPr>
              <a:buNone/>
              <a:defRPr lang="ru-RU" sz="3300" b="1">
                <a:solidFill>
                  <a:srgbClr val="142536"/>
                </a:solidFill>
              </a:defRPr>
            </a:lvl7pPr>
            <a:lvl8pPr>
              <a:buNone/>
              <a:defRPr lang="ru-RU" sz="3300" b="1">
                <a:solidFill>
                  <a:srgbClr val="142536"/>
                </a:solidFill>
              </a:defRPr>
            </a:lvl8pPr>
            <a:lvl9pPr>
              <a:buNone/>
              <a:defRPr lang="ru-RU" sz="3300" b="1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3300" b="1">
                <a:solidFill>
                  <a:srgbClr val="142536"/>
                </a:solidFill>
              </a:defRPr>
            </a:pPr>
            <a:r>
              <a:rPr lang="ru-RU" sz="3300" b="1">
                <a:solidFill>
                  <a:srgbClr val="142536"/>
                </a:solidFill>
              </a:rPr>
              <a:t>Единый стиль именования</a:t>
            </a:r>
          </a:p>
        </p:txBody>
      </p:sp>
      <p:sp>
        <p:nvSpPr>
          <p:cNvPr id="2" name="bad-label">
            <a:extLst xmlns:a="http://schemas.openxmlformats.org/drawingml/2006/main">
              <a:ext uri="{FF2B5EF4-FFF2-40B4-BE49-F238E27FC236}">
                <a16:creationId xmlns:a16="http://schemas.microsoft.com/office/drawing/2014/main" id="{78FB752C-1A4F-436A-BC2A-1E8641C2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 b="1">
                <a:solidFill>
                  <a:srgbClr val="56636D"/>
                </a:solidFill>
              </a:defRPr>
            </a:defPPr>
            <a:lvl1pPr>
              <a:buNone/>
              <a:defRPr lang="ru-RU" sz="1650" b="1">
                <a:solidFill>
                  <a:srgbClr val="56636D"/>
                </a:solidFill>
              </a:defRPr>
            </a:lvl1pPr>
            <a:lvl2pPr>
              <a:buNone/>
              <a:defRPr lang="ru-RU" sz="1650" b="1">
                <a:solidFill>
                  <a:srgbClr val="56636D"/>
                </a:solidFill>
              </a:defRPr>
            </a:lvl2pPr>
            <a:lvl3pPr>
              <a:buNone/>
              <a:defRPr lang="ru-RU" sz="1650" b="1">
                <a:solidFill>
                  <a:srgbClr val="56636D"/>
                </a:solidFill>
              </a:defRPr>
            </a:lvl3pPr>
            <a:lvl4pPr>
              <a:buNone/>
              <a:defRPr lang="ru-RU" sz="1650" b="1">
                <a:solidFill>
                  <a:srgbClr val="56636D"/>
                </a:solidFill>
              </a:defRPr>
            </a:lvl4pPr>
            <a:lvl5pPr>
              <a:buNone/>
              <a:defRPr lang="ru-RU" sz="1650" b="1">
                <a:solidFill>
                  <a:srgbClr val="56636D"/>
                </a:solidFill>
              </a:defRPr>
            </a:lvl5pPr>
            <a:lvl6pPr>
              <a:buNone/>
              <a:defRPr lang="ru-RU" sz="1650" b="1">
                <a:solidFill>
                  <a:srgbClr val="56636D"/>
                </a:solidFill>
              </a:defRPr>
            </a:lvl6pPr>
            <a:lvl7pPr>
              <a:buNone/>
              <a:defRPr lang="ru-RU" sz="1650" b="1">
                <a:solidFill>
                  <a:srgbClr val="56636D"/>
                </a:solidFill>
              </a:defRPr>
            </a:lvl7pPr>
            <a:lvl8pPr>
              <a:buNone/>
              <a:defRPr lang="ru-RU" sz="1650" b="1">
                <a:solidFill>
                  <a:srgbClr val="56636D"/>
                </a:solidFill>
              </a:defRPr>
            </a:lvl8pPr>
            <a:lvl9pPr>
              <a:buNone/>
              <a:defRPr lang="ru-RU" sz="1650" b="1">
                <a:solidFill>
                  <a:srgbClr val="56636D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 b="1">
                <a:solidFill>
                  <a:srgbClr val="56636D"/>
                </a:solidFill>
              </a:defRPr>
            </a:pPr>
            <a:r>
              <a:rPr lang="ru-RU" sz="1650" b="1">
                <a:solidFill>
                  <a:srgbClr val="56636D"/>
                </a:solidFill>
              </a:rPr>
              <a:t>Сложно читать</a:t>
            </a:r>
          </a:p>
        </p:txBody>
      </p:sp>
      <p:sp>
        <p:nvSpPr>
          <p:cNvPr id="3" name="bad-example">
            <a:extLst xmlns:a="http://schemas.openxmlformats.org/drawingml/2006/main">
              <a:ext uri="{FF2B5EF4-FFF2-40B4-BE49-F238E27FC236}">
                <a16:creationId xmlns:a16="http://schemas.microsoft.com/office/drawing/2014/main" id="{C75247AB-3A39-409F-A08F-5AF02BF1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950">
                <a:solidFill>
                  <a:srgbClr val="142536"/>
                </a:solidFill>
              </a:defRPr>
            </a:defPPr>
            <a:lvl1pPr>
              <a:buNone/>
              <a:defRPr lang="ru-RU" sz="1950">
                <a:solidFill>
                  <a:srgbClr val="142536"/>
                </a:solidFill>
              </a:defRPr>
            </a:lvl1pPr>
            <a:lvl2pPr>
              <a:buNone/>
              <a:defRPr lang="ru-RU" sz="1950">
                <a:solidFill>
                  <a:srgbClr val="142536"/>
                </a:solidFill>
              </a:defRPr>
            </a:lvl2pPr>
            <a:lvl3pPr>
              <a:buNone/>
              <a:defRPr lang="ru-RU" sz="1950">
                <a:solidFill>
                  <a:srgbClr val="142536"/>
                </a:solidFill>
              </a:defRPr>
            </a:lvl3pPr>
            <a:lvl4pPr>
              <a:buNone/>
              <a:defRPr lang="ru-RU" sz="1950">
                <a:solidFill>
                  <a:srgbClr val="142536"/>
                </a:solidFill>
              </a:defRPr>
            </a:lvl4pPr>
            <a:lvl5pPr>
              <a:buNone/>
              <a:defRPr lang="ru-RU" sz="1950">
                <a:solidFill>
                  <a:srgbClr val="142536"/>
                </a:solidFill>
              </a:defRPr>
            </a:lvl5pPr>
            <a:lvl6pPr>
              <a:buNone/>
              <a:defRPr lang="ru-RU" sz="1950">
                <a:solidFill>
                  <a:srgbClr val="142536"/>
                </a:solidFill>
              </a:defRPr>
            </a:lvl6pPr>
            <a:lvl7pPr>
              <a:buNone/>
              <a:defRPr lang="ru-RU" sz="1950">
                <a:solidFill>
                  <a:srgbClr val="142536"/>
                </a:solidFill>
              </a:defRPr>
            </a:lvl7pPr>
            <a:lvl8pPr>
              <a:buNone/>
              <a:defRPr lang="ru-RU" sz="1950">
                <a:solidFill>
                  <a:srgbClr val="142536"/>
                </a:solidFill>
              </a:defRPr>
            </a:lvl8pPr>
            <a:lvl9pPr>
              <a:buNone/>
              <a:defRPr lang="ru-RU" sz="1950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950">
                <a:solidFill>
                  <a:srgbClr val="142536"/>
                </a:solidFill>
              </a:defRPr>
            </a:pPr>
            <a:r>
              <a:rPr lang="ru-RU" sz="1950">
                <a:solidFill>
                  <a:srgbClr val="142536"/>
                </a:solidFill>
              </a:rPr>
              <a:t>int x;</a:t>
            </a:r>
          </a:p>
          <a:p xmlns:a="http://schemas.openxmlformats.org/drawingml/2006/main">
            <a:pPr>
              <a:buNone/>
              <a:defRPr lang="ru-RU" sz="1950">
                <a:solidFill>
                  <a:srgbClr val="142536"/>
                </a:solidFill>
              </a:defRPr>
            </a:pPr>
            <a:r>
              <a:rPr lang="ru-RU" sz="1950">
                <a:solidFill>
                  <a:srgbClr val="142536"/>
                </a:solidFill>
              </a:rPr>
              <a:t>int d;</a:t>
            </a:r>
          </a:p>
          <a:p xmlns:a="http://schemas.openxmlformats.org/drawingml/2006/main">
            <a:pPr>
              <a:buNone/>
              <a:defRPr lang="ru-RU" sz="1950">
                <a:solidFill>
                  <a:srgbClr val="142536"/>
                </a:solidFill>
              </a:defRPr>
            </a:pPr>
            <a:r>
              <a:rPr lang="ru-RU" sz="1950">
                <a:solidFill>
                  <a:srgbClr val="142536"/>
                </a:solidFill>
              </a:rPr>
              <a:t>int calc(int a, int b) {</a:t>
            </a:r>
          </a:p>
          <a:p xmlns:a="http://schemas.openxmlformats.org/drawingml/2006/main">
            <a:pPr>
              <a:buNone/>
              <a:defRPr lang="ru-RU" sz="1950">
                <a:solidFill>
                  <a:srgbClr val="142536"/>
                </a:solidFill>
              </a:defRPr>
            </a:pPr>
            <a:r>
              <a:rPr lang="ru-RU" sz="1950">
                <a:solidFill>
                  <a:srgbClr val="142536"/>
                </a:solidFill>
              </a:rPr>
              <a:t>    int r = a * b;</a:t>
            </a:r>
          </a:p>
          <a:p xmlns:a="http://schemas.openxmlformats.org/drawingml/2006/main">
            <a:pPr>
              <a:buNone/>
              <a:defRPr lang="ru-RU" sz="1950">
                <a:solidFill>
                  <a:srgbClr val="142536"/>
                </a:solidFill>
              </a:defRPr>
            </a:pPr>
            <a:r>
              <a:rPr lang="ru-RU" sz="1950">
                <a:solidFill>
                  <a:srgbClr val="142536"/>
                </a:solidFill>
              </a:rPr>
              <a:t>    return r;</a:t>
            </a:r>
          </a:p>
          <a:p xmlns:a="http://schemas.openxmlformats.org/drawingml/2006/main">
            <a:pPr>
              <a:buNone/>
              <a:defRPr lang="ru-RU" sz="1950">
                <a:solidFill>
                  <a:srgbClr val="142536"/>
                </a:solidFill>
              </a:defRPr>
            </a:pPr>
            <a:r>
              <a:rPr lang="ru-RU" sz="1950">
                <a:solidFill>
                  <a:srgbClr val="142536"/>
                </a:solidFill>
              </a:rPr>
              <a:t>}</a:t>
            </a:r>
          </a:p>
        </p:txBody>
      </p:sp>
      <p:sp>
        <p:nvSpPr>
          <p:cNvPr id="4" name="good-label">
            <a:extLst xmlns:a="http://schemas.openxmlformats.org/drawingml/2006/main">
              <a:ext uri="{FF2B5EF4-FFF2-40B4-BE49-F238E27FC236}">
                <a16:creationId xmlns:a16="http://schemas.microsoft.com/office/drawing/2014/main" id="{EA9E49D8-5342-4A25-B61F-1D644164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 b="1">
                <a:solidFill>
                  <a:srgbClr val="187C78"/>
                </a:solidFill>
              </a:defRPr>
            </a:defPPr>
            <a:lvl1pPr>
              <a:buNone/>
              <a:defRPr lang="ru-RU" sz="1650" b="1">
                <a:solidFill>
                  <a:srgbClr val="187C78"/>
                </a:solidFill>
              </a:defRPr>
            </a:lvl1pPr>
            <a:lvl2pPr>
              <a:buNone/>
              <a:defRPr lang="ru-RU" sz="1650" b="1">
                <a:solidFill>
                  <a:srgbClr val="187C78"/>
                </a:solidFill>
              </a:defRPr>
            </a:lvl2pPr>
            <a:lvl3pPr>
              <a:buNone/>
              <a:defRPr lang="ru-RU" sz="1650" b="1">
                <a:solidFill>
                  <a:srgbClr val="187C78"/>
                </a:solidFill>
              </a:defRPr>
            </a:lvl3pPr>
            <a:lvl4pPr>
              <a:buNone/>
              <a:defRPr lang="ru-RU" sz="1650" b="1">
                <a:solidFill>
                  <a:srgbClr val="187C78"/>
                </a:solidFill>
              </a:defRPr>
            </a:lvl4pPr>
            <a:lvl5pPr>
              <a:buNone/>
              <a:defRPr lang="ru-RU" sz="1650" b="1">
                <a:solidFill>
                  <a:srgbClr val="187C78"/>
                </a:solidFill>
              </a:defRPr>
            </a:lvl5pPr>
            <a:lvl6pPr>
              <a:buNone/>
              <a:defRPr lang="ru-RU" sz="1650" b="1">
                <a:solidFill>
                  <a:srgbClr val="187C78"/>
                </a:solidFill>
              </a:defRPr>
            </a:lvl6pPr>
            <a:lvl7pPr>
              <a:buNone/>
              <a:defRPr lang="ru-RU" sz="1650" b="1">
                <a:solidFill>
                  <a:srgbClr val="187C78"/>
                </a:solidFill>
              </a:defRPr>
            </a:lvl7pPr>
            <a:lvl8pPr>
              <a:buNone/>
              <a:defRPr lang="ru-RU" sz="1650" b="1">
                <a:solidFill>
                  <a:srgbClr val="187C78"/>
                </a:solidFill>
              </a:defRPr>
            </a:lvl8pPr>
            <a:lvl9pPr>
              <a:buNone/>
              <a:defRPr lang="ru-RU" sz="16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 b="1">
                <a:solidFill>
                  <a:srgbClr val="187C78"/>
                </a:solidFill>
              </a:defRPr>
            </a:pPr>
            <a:r>
              <a:rPr lang="ru-RU" sz="1650" b="1">
                <a:solidFill>
                  <a:srgbClr val="187C78"/>
                </a:solidFill>
              </a:rPr>
              <a:t>Понятнее по смыслу</a:t>
            </a:r>
          </a:p>
        </p:txBody>
      </p:sp>
      <p:sp>
        <p:nvSpPr>
          <p:cNvPr id="5" name="good-example">
            <a:extLst xmlns:a="http://schemas.openxmlformats.org/drawingml/2006/main">
              <a:ext uri="{FF2B5EF4-FFF2-40B4-BE49-F238E27FC236}">
                <a16:creationId xmlns:a16="http://schemas.microsoft.com/office/drawing/2014/main" id="{AD8EB9CA-FB8A-42AD-860B-6BBE36A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>
                <a:solidFill>
                  <a:srgbClr val="142536"/>
                </a:solidFill>
              </a:defRPr>
            </a:defPPr>
            <a:lvl1pPr>
              <a:buNone/>
              <a:defRPr lang="ru-RU" sz="1650">
                <a:solidFill>
                  <a:srgbClr val="142536"/>
                </a:solidFill>
              </a:defRPr>
            </a:lvl1pPr>
            <a:lvl2pPr>
              <a:buNone/>
              <a:defRPr lang="ru-RU" sz="1650">
                <a:solidFill>
                  <a:srgbClr val="142536"/>
                </a:solidFill>
              </a:defRPr>
            </a:lvl2pPr>
            <a:lvl3pPr>
              <a:buNone/>
              <a:defRPr lang="ru-RU" sz="1650">
                <a:solidFill>
                  <a:srgbClr val="142536"/>
                </a:solidFill>
              </a:defRPr>
            </a:lvl3pPr>
            <a:lvl4pPr>
              <a:buNone/>
              <a:defRPr lang="ru-RU" sz="1650">
                <a:solidFill>
                  <a:srgbClr val="142536"/>
                </a:solidFill>
              </a:defRPr>
            </a:lvl4pPr>
            <a:lvl5pPr>
              <a:buNone/>
              <a:defRPr lang="ru-RU" sz="1650">
                <a:solidFill>
                  <a:srgbClr val="142536"/>
                </a:solidFill>
              </a:defRPr>
            </a:lvl5pPr>
            <a:lvl6pPr>
              <a:buNone/>
              <a:defRPr lang="ru-RU" sz="1650">
                <a:solidFill>
                  <a:srgbClr val="142536"/>
                </a:solidFill>
              </a:defRPr>
            </a:lvl6pPr>
            <a:lvl7pPr>
              <a:buNone/>
              <a:defRPr lang="ru-RU" sz="1650">
                <a:solidFill>
                  <a:srgbClr val="142536"/>
                </a:solidFill>
              </a:defRPr>
            </a:lvl7pPr>
            <a:lvl8pPr>
              <a:buNone/>
              <a:defRPr lang="ru-RU" sz="1650">
                <a:solidFill>
                  <a:srgbClr val="142536"/>
                </a:solidFill>
              </a:defRPr>
            </a:lvl8pPr>
            <a:lvl9pPr>
              <a:buNone/>
              <a:defRPr lang="ru-RU" sz="1650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>
                <a:solidFill>
                  <a:srgbClr val="142536"/>
                </a:solidFill>
              </a:defRPr>
            </a:pPr>
            <a:r>
              <a:rPr lang="ru-RU" sz="1650">
                <a:solidFill>
                  <a:srgbClr val="142536"/>
                </a:solidFill>
              </a:rPr>
              <a:t>int itemCount;</a:t>
            </a:r>
          </a:p>
          <a:p xmlns:a="http://schemas.openxmlformats.org/drawingml/2006/main">
            <a:pPr>
              <a:buNone/>
              <a:defRPr lang="ru-RU" sz="1650">
                <a:solidFill>
                  <a:srgbClr val="142536"/>
                </a:solidFill>
              </a:defRPr>
            </a:pPr>
            <a:r>
              <a:rPr lang="ru-RU" sz="1650">
                <a:solidFill>
                  <a:srgbClr val="142536"/>
                </a:solidFill>
              </a:rPr>
              <a:t>int daysUntilReview;</a:t>
            </a:r>
          </a:p>
          <a:p xmlns:a="http://schemas.openxmlformats.org/drawingml/2006/main">
            <a:pPr>
              <a:buNone/>
              <a:defRPr lang="ru-RU" sz="1650">
                <a:solidFill>
                  <a:srgbClr val="142536"/>
                </a:solidFill>
              </a:defRPr>
            </a:pPr>
            <a:r>
              <a:rPr lang="ru-RU" sz="1650">
                <a:solidFill>
                  <a:srgbClr val="142536"/>
                </a:solidFill>
              </a:rPr>
              <a:t>int calculateTotal(int price, int count) {</a:t>
            </a:r>
          </a:p>
          <a:p xmlns:a="http://schemas.openxmlformats.org/drawingml/2006/main">
            <a:pPr>
              <a:buNone/>
              <a:defRPr lang="ru-RU" sz="1650">
                <a:solidFill>
                  <a:srgbClr val="142536"/>
                </a:solidFill>
              </a:defRPr>
            </a:pPr>
            <a:r>
              <a:rPr lang="ru-RU" sz="1650">
                <a:solidFill>
                  <a:srgbClr val="142536"/>
                </a:solidFill>
              </a:rPr>
              <a:t>    int total = price * count;</a:t>
            </a:r>
          </a:p>
          <a:p xmlns:a="http://schemas.openxmlformats.org/drawingml/2006/main">
            <a:pPr>
              <a:buNone/>
              <a:defRPr lang="ru-RU" sz="1650">
                <a:solidFill>
                  <a:srgbClr val="142536"/>
                </a:solidFill>
              </a:defRPr>
            </a:pPr>
            <a:r>
              <a:rPr lang="ru-RU" sz="1650">
                <a:solidFill>
                  <a:srgbClr val="142536"/>
                </a:solidFill>
              </a:rPr>
              <a:t>    return total;</a:t>
            </a:r>
          </a:p>
          <a:p xmlns:a="http://schemas.openxmlformats.org/drawingml/2006/main">
            <a:pPr>
              <a:buNone/>
              <a:defRPr lang="ru-RU" sz="1650">
                <a:solidFill>
                  <a:srgbClr val="142536"/>
                </a:solidFill>
              </a:defRPr>
            </a:pPr>
            <a:r>
              <a:rPr lang="ru-RU" sz="1650">
                <a:solidFill>
                  <a:srgbClr val="142536"/>
                </a:solidFill>
              </a:rPr>
              <a:t>}</a:t>
            </a:r>
          </a:p>
        </p:txBody>
      </p:sp>
      <p:sp>
        <p:nvSpPr>
          <p:cNvPr id="6" name="main-copy">
            <a:extLst xmlns:a="http://schemas.openxmlformats.org/drawingml/2006/main">
              <a:ext uri="{FF2B5EF4-FFF2-40B4-BE49-F238E27FC236}">
                <a16:creationId xmlns:a16="http://schemas.microsoft.com/office/drawing/2014/main" id="{3ACE5A3D-E503-4068-B2A2-D5BEC4DD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00">
                <a:solidFill>
                  <a:srgbClr val="56636D"/>
                </a:solidFill>
              </a:defRPr>
            </a:defPPr>
            <a:lvl1pPr>
              <a:buNone/>
              <a:defRPr lang="ru-RU" sz="1800">
                <a:solidFill>
                  <a:srgbClr val="56636D"/>
                </a:solidFill>
              </a:defRPr>
            </a:lvl1pPr>
            <a:lvl2pPr>
              <a:buNone/>
              <a:defRPr lang="ru-RU" sz="1800">
                <a:solidFill>
                  <a:srgbClr val="56636D"/>
                </a:solidFill>
              </a:defRPr>
            </a:lvl2pPr>
            <a:lvl3pPr>
              <a:buNone/>
              <a:defRPr lang="ru-RU" sz="1800">
                <a:solidFill>
                  <a:srgbClr val="56636D"/>
                </a:solidFill>
              </a:defRPr>
            </a:lvl3pPr>
            <a:lvl4pPr>
              <a:buNone/>
              <a:defRPr lang="ru-RU" sz="1800">
                <a:solidFill>
                  <a:srgbClr val="56636D"/>
                </a:solidFill>
              </a:defRPr>
            </a:lvl4pPr>
            <a:lvl5pPr>
              <a:buNone/>
              <a:defRPr lang="ru-RU" sz="1800">
                <a:solidFill>
                  <a:srgbClr val="56636D"/>
                </a:solidFill>
              </a:defRPr>
            </a:lvl5pPr>
            <a:lvl6pPr>
              <a:buNone/>
              <a:defRPr lang="ru-RU" sz="1800">
                <a:solidFill>
                  <a:srgbClr val="56636D"/>
                </a:solidFill>
              </a:defRPr>
            </a:lvl6pPr>
            <a:lvl7pPr>
              <a:buNone/>
              <a:defRPr lang="ru-RU" sz="1800">
                <a:solidFill>
                  <a:srgbClr val="56636D"/>
                </a:solidFill>
              </a:defRPr>
            </a:lvl7pPr>
            <a:lvl8pPr>
              <a:buNone/>
              <a:defRPr lang="ru-RU" sz="1800">
                <a:solidFill>
                  <a:srgbClr val="56636D"/>
                </a:solidFill>
              </a:defRPr>
            </a:lvl8pPr>
            <a:lvl9pPr>
              <a:buNone/>
              <a:defRPr lang="ru-RU" sz="1800">
                <a:solidFill>
                  <a:srgbClr val="56636D"/>
                </a:solidFill>
              </a:defRPr>
            </a:lvl9pPr>
          </a:lstStyle>
          <a:p xmlns:a="http://schemas.openxmlformats.org/drawingml/2006/main">
            <a:pPr>
              <a:buNone/>
              <a:defRPr lang="ru-RU" sz="1800">
                <a:solidFill>
                  <a:srgbClr val="56636D"/>
                </a:solidFill>
              </a:defRPr>
            </a:pPr>
            <a:r>
              <a:rPr lang="ru-RU" sz="1800">
                <a:solidFill>
                  <a:srgbClr val="56636D"/>
                </a:solidFill>
              </a:rPr>
              <a:t>Хорошее имя объясняет назначение. Соглашение должно быть единым для всего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300130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628697-BAFD-4990-867C-6447C868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3300" b="1">
                <a:solidFill>
                  <a:srgbClr val="142536"/>
                </a:solidFill>
              </a:defRPr>
            </a:defPPr>
            <a:lvl1pPr>
              <a:buNone/>
              <a:defRPr lang="ru-RU" sz="3300" b="1">
                <a:solidFill>
                  <a:srgbClr val="142536"/>
                </a:solidFill>
              </a:defRPr>
            </a:lvl1pPr>
            <a:lvl2pPr>
              <a:buNone/>
              <a:defRPr lang="ru-RU" sz="3300" b="1">
                <a:solidFill>
                  <a:srgbClr val="142536"/>
                </a:solidFill>
              </a:defRPr>
            </a:lvl2pPr>
            <a:lvl3pPr>
              <a:buNone/>
              <a:defRPr lang="ru-RU" sz="3300" b="1">
                <a:solidFill>
                  <a:srgbClr val="142536"/>
                </a:solidFill>
              </a:defRPr>
            </a:lvl3pPr>
            <a:lvl4pPr>
              <a:buNone/>
              <a:defRPr lang="ru-RU" sz="3300" b="1">
                <a:solidFill>
                  <a:srgbClr val="142536"/>
                </a:solidFill>
              </a:defRPr>
            </a:lvl4pPr>
            <a:lvl5pPr>
              <a:buNone/>
              <a:defRPr lang="ru-RU" sz="3300" b="1">
                <a:solidFill>
                  <a:srgbClr val="142536"/>
                </a:solidFill>
              </a:defRPr>
            </a:lvl5pPr>
            <a:lvl6pPr>
              <a:buNone/>
              <a:defRPr lang="ru-RU" sz="3300" b="1">
                <a:solidFill>
                  <a:srgbClr val="142536"/>
                </a:solidFill>
              </a:defRPr>
            </a:lvl6pPr>
            <a:lvl7pPr>
              <a:buNone/>
              <a:defRPr lang="ru-RU" sz="3300" b="1">
                <a:solidFill>
                  <a:srgbClr val="142536"/>
                </a:solidFill>
              </a:defRPr>
            </a:lvl7pPr>
            <a:lvl8pPr>
              <a:buNone/>
              <a:defRPr lang="ru-RU" sz="3300" b="1">
                <a:solidFill>
                  <a:srgbClr val="142536"/>
                </a:solidFill>
              </a:defRPr>
            </a:lvl8pPr>
            <a:lvl9pPr>
              <a:buNone/>
              <a:defRPr lang="ru-RU" sz="3300" b="1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3300" b="1">
                <a:solidFill>
                  <a:srgbClr val="142536"/>
                </a:solidFill>
              </a:defRPr>
            </a:pPr>
            <a:r>
              <a:rPr lang="ru-RU" sz="3300" b="1">
                <a:solidFill>
                  <a:srgbClr val="142536"/>
                </a:solidFill>
              </a:rPr>
              <a:t>Организация кода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2F3A51C-BA80-45F8-82EB-89E80002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2250" b="1">
                <a:solidFill>
                  <a:srgbClr val="187C78"/>
                </a:solidFill>
              </a:defRPr>
            </a:defPPr>
            <a:lvl1pPr>
              <a:buNone/>
              <a:defRPr lang="ru-RU" sz="2250" b="1">
                <a:solidFill>
                  <a:srgbClr val="187C78"/>
                </a:solidFill>
              </a:defRPr>
            </a:lvl1pPr>
            <a:lvl2pPr>
              <a:buNone/>
              <a:defRPr lang="ru-RU" sz="2250" b="1">
                <a:solidFill>
                  <a:srgbClr val="187C78"/>
                </a:solidFill>
              </a:defRPr>
            </a:lvl2pPr>
            <a:lvl3pPr>
              <a:buNone/>
              <a:defRPr lang="ru-RU" sz="2250" b="1">
                <a:solidFill>
                  <a:srgbClr val="187C78"/>
                </a:solidFill>
              </a:defRPr>
            </a:lvl3pPr>
            <a:lvl4pPr>
              <a:buNone/>
              <a:defRPr lang="ru-RU" sz="2250" b="1">
                <a:solidFill>
                  <a:srgbClr val="187C78"/>
                </a:solidFill>
              </a:defRPr>
            </a:lvl4pPr>
            <a:lvl5pPr>
              <a:buNone/>
              <a:defRPr lang="ru-RU" sz="2250" b="1">
                <a:solidFill>
                  <a:srgbClr val="187C78"/>
                </a:solidFill>
              </a:defRPr>
            </a:lvl5pPr>
            <a:lvl6pPr>
              <a:buNone/>
              <a:defRPr lang="ru-RU" sz="2250" b="1">
                <a:solidFill>
                  <a:srgbClr val="187C78"/>
                </a:solidFill>
              </a:defRPr>
            </a:lvl6pPr>
            <a:lvl7pPr>
              <a:buNone/>
              <a:defRPr lang="ru-RU" sz="2250" b="1">
                <a:solidFill>
                  <a:srgbClr val="187C78"/>
                </a:solidFill>
              </a:defRPr>
            </a:lvl7pPr>
            <a:lvl8pPr>
              <a:buNone/>
              <a:defRPr lang="ru-RU" sz="2250" b="1">
                <a:solidFill>
                  <a:srgbClr val="187C78"/>
                </a:solidFill>
              </a:defRPr>
            </a:lvl8pPr>
            <a:lvl9pPr>
              <a:buNone/>
              <a:defRPr lang="ru-RU" sz="22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2250" b="1">
                <a:solidFill>
                  <a:srgbClr val="187C78"/>
                </a:solidFill>
              </a:defRPr>
            </a:pPr>
            <a:r>
              <a:rPr lang="ru-RU" sz="2250" b="1">
                <a:solidFill>
                  <a:srgbClr val="187C78"/>
                </a:solidFill>
              </a:rPr>
              <a:t>Хорошая структура помогает быстро понять, где искать нужную логику.</a:t>
            </a:r>
          </a:p>
        </p:txBody>
      </p:sp>
      <p:sp>
        <p:nvSpPr>
          <p:cNvPr id="3" name="main-copy">
            <a:extLst xmlns:a="http://schemas.openxmlformats.org/drawingml/2006/main">
              <a:ext uri="{FF2B5EF4-FFF2-40B4-BE49-F238E27FC236}">
                <a16:creationId xmlns:a16="http://schemas.microsoft.com/office/drawing/2014/main" id="{544CE97A-6BDF-402C-9AFE-77CEF7C0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9906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2025">
                <a:solidFill>
                  <a:srgbClr val="142536"/>
                </a:solidFill>
              </a:defRPr>
            </a:defPPr>
            <a:lvl1pPr>
              <a:buNone/>
              <a:defRPr lang="ru-RU" sz="2025">
                <a:solidFill>
                  <a:srgbClr val="142536"/>
                </a:solidFill>
              </a:defRPr>
            </a:lvl1pPr>
            <a:lvl2pPr>
              <a:buNone/>
              <a:defRPr lang="ru-RU" sz="2025">
                <a:solidFill>
                  <a:srgbClr val="142536"/>
                </a:solidFill>
              </a:defRPr>
            </a:lvl2pPr>
            <a:lvl3pPr>
              <a:buNone/>
              <a:defRPr lang="ru-RU" sz="2025">
                <a:solidFill>
                  <a:srgbClr val="142536"/>
                </a:solidFill>
              </a:defRPr>
            </a:lvl3pPr>
            <a:lvl4pPr>
              <a:buNone/>
              <a:defRPr lang="ru-RU" sz="2025">
                <a:solidFill>
                  <a:srgbClr val="142536"/>
                </a:solidFill>
              </a:defRPr>
            </a:lvl4pPr>
            <a:lvl5pPr>
              <a:buNone/>
              <a:defRPr lang="ru-RU" sz="2025">
                <a:solidFill>
                  <a:srgbClr val="142536"/>
                </a:solidFill>
              </a:defRPr>
            </a:lvl5pPr>
            <a:lvl6pPr>
              <a:buNone/>
              <a:defRPr lang="ru-RU" sz="2025">
                <a:solidFill>
                  <a:srgbClr val="142536"/>
                </a:solidFill>
              </a:defRPr>
            </a:lvl6pPr>
            <a:lvl7pPr>
              <a:buNone/>
              <a:defRPr lang="ru-RU" sz="2025">
                <a:solidFill>
                  <a:srgbClr val="142536"/>
                </a:solidFill>
              </a:defRPr>
            </a:lvl7pPr>
            <a:lvl8pPr>
              <a:buNone/>
              <a:defRPr lang="ru-RU" sz="2025">
                <a:solidFill>
                  <a:srgbClr val="142536"/>
                </a:solidFill>
              </a:defRPr>
            </a:lvl8pPr>
            <a:lvl9pPr>
              <a:buNone/>
              <a:defRPr lang="ru-RU" sz="2025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2025">
                <a:solidFill>
                  <a:srgbClr val="142536"/>
                </a:solidFill>
              </a:defRPr>
            </a:pPr>
            <a:r>
              <a:rPr lang="ru-RU" sz="2025">
                <a:solidFill>
                  <a:srgbClr val="142536"/>
                </a:solidFill>
              </a:rPr>
              <a:t>Функция решает одну понятную задачу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2025">
                <a:solidFill>
                  <a:srgbClr val="142536"/>
                </a:solidFill>
              </a:defRPr>
            </a:pPr>
            <a:r>
              <a:rPr lang="ru-RU" sz="2025">
                <a:solidFill>
                  <a:srgbClr val="142536"/>
                </a:solidFill>
              </a:rPr>
              <a:t>Повторяющийся код выносится в отдельное место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2025">
                <a:solidFill>
                  <a:srgbClr val="142536"/>
                </a:solidFill>
              </a:defRPr>
            </a:pPr>
            <a:r>
              <a:rPr lang="ru-RU" sz="2025">
                <a:solidFill>
                  <a:srgbClr val="142536"/>
                </a:solidFill>
              </a:rPr>
              <a:t>Файлы группируются по назначению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2025">
                <a:solidFill>
                  <a:srgbClr val="142536"/>
                </a:solidFill>
              </a:defRPr>
            </a:pPr>
            <a:r>
              <a:rPr lang="ru-RU" sz="2025">
                <a:solidFill>
                  <a:srgbClr val="142536"/>
                </a:solidFill>
              </a:rPr>
              <a:t>Зависимости и изменения данных видны из кода</a:t>
            </a:r>
          </a:p>
        </p:txBody>
      </p:sp>
    </p:spTree>
    <p:extLst>
      <p:ext uri="{BB962C8B-B14F-4D97-AF65-F5344CB8AC3E}">
        <p14:creationId xmlns:p14="http://schemas.microsoft.com/office/powerpoint/2010/main" val="1624932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AF5121-551A-4EE2-BB18-FB28039F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3300" b="1">
                <a:solidFill>
                  <a:srgbClr val="142536"/>
                </a:solidFill>
              </a:defRPr>
            </a:defPPr>
            <a:lvl1pPr>
              <a:buNone/>
              <a:defRPr lang="ru-RU" sz="3300" b="1">
                <a:solidFill>
                  <a:srgbClr val="142536"/>
                </a:solidFill>
              </a:defRPr>
            </a:lvl1pPr>
            <a:lvl2pPr>
              <a:buNone/>
              <a:defRPr lang="ru-RU" sz="3300" b="1">
                <a:solidFill>
                  <a:srgbClr val="142536"/>
                </a:solidFill>
              </a:defRPr>
            </a:lvl2pPr>
            <a:lvl3pPr>
              <a:buNone/>
              <a:defRPr lang="ru-RU" sz="3300" b="1">
                <a:solidFill>
                  <a:srgbClr val="142536"/>
                </a:solidFill>
              </a:defRPr>
            </a:lvl3pPr>
            <a:lvl4pPr>
              <a:buNone/>
              <a:defRPr lang="ru-RU" sz="3300" b="1">
                <a:solidFill>
                  <a:srgbClr val="142536"/>
                </a:solidFill>
              </a:defRPr>
            </a:lvl4pPr>
            <a:lvl5pPr>
              <a:buNone/>
              <a:defRPr lang="ru-RU" sz="3300" b="1">
                <a:solidFill>
                  <a:srgbClr val="142536"/>
                </a:solidFill>
              </a:defRPr>
            </a:lvl5pPr>
            <a:lvl6pPr>
              <a:buNone/>
              <a:defRPr lang="ru-RU" sz="3300" b="1">
                <a:solidFill>
                  <a:srgbClr val="142536"/>
                </a:solidFill>
              </a:defRPr>
            </a:lvl6pPr>
            <a:lvl7pPr>
              <a:buNone/>
              <a:defRPr lang="ru-RU" sz="3300" b="1">
                <a:solidFill>
                  <a:srgbClr val="142536"/>
                </a:solidFill>
              </a:defRPr>
            </a:lvl7pPr>
            <a:lvl8pPr>
              <a:buNone/>
              <a:defRPr lang="ru-RU" sz="3300" b="1">
                <a:solidFill>
                  <a:srgbClr val="142536"/>
                </a:solidFill>
              </a:defRPr>
            </a:lvl8pPr>
            <a:lvl9pPr>
              <a:buNone/>
              <a:defRPr lang="ru-RU" sz="3300" b="1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3300" b="1">
                <a:solidFill>
                  <a:srgbClr val="142536"/>
                </a:solidFill>
              </a:defRPr>
            </a:pPr>
            <a:r>
              <a:rPr lang="ru-RU" sz="3300" b="1">
                <a:solidFill>
                  <a:srgbClr val="142536"/>
                </a:solidFill>
              </a:rPr>
              <a:t>Комментарии и документация</a:t>
            </a:r>
          </a:p>
        </p:txBody>
      </p:sp>
      <p:sp>
        <p:nvSpPr>
          <p:cNvPr id="2" name="positive">
            <a:extLst xmlns:a="http://schemas.openxmlformats.org/drawingml/2006/main">
              <a:ext uri="{FF2B5EF4-FFF2-40B4-BE49-F238E27FC236}">
                <a16:creationId xmlns:a16="http://schemas.microsoft.com/office/drawing/2014/main" id="{D767743D-4E7A-4B0B-BBA5-7B6243F3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2325" b="1">
                <a:solidFill>
                  <a:srgbClr val="187C78"/>
                </a:solidFill>
              </a:defRPr>
            </a:defPPr>
            <a:lvl1pPr>
              <a:buNone/>
              <a:defRPr lang="ru-RU" sz="2325" b="1">
                <a:solidFill>
                  <a:srgbClr val="187C78"/>
                </a:solidFill>
              </a:defRPr>
            </a:lvl1pPr>
            <a:lvl2pPr>
              <a:buNone/>
              <a:defRPr lang="ru-RU" sz="2325" b="1">
                <a:solidFill>
                  <a:srgbClr val="187C78"/>
                </a:solidFill>
              </a:defRPr>
            </a:lvl2pPr>
            <a:lvl3pPr>
              <a:buNone/>
              <a:defRPr lang="ru-RU" sz="2325" b="1">
                <a:solidFill>
                  <a:srgbClr val="187C78"/>
                </a:solidFill>
              </a:defRPr>
            </a:lvl3pPr>
            <a:lvl4pPr>
              <a:buNone/>
              <a:defRPr lang="ru-RU" sz="2325" b="1">
                <a:solidFill>
                  <a:srgbClr val="187C78"/>
                </a:solidFill>
              </a:defRPr>
            </a:lvl4pPr>
            <a:lvl5pPr>
              <a:buNone/>
              <a:defRPr lang="ru-RU" sz="2325" b="1">
                <a:solidFill>
                  <a:srgbClr val="187C78"/>
                </a:solidFill>
              </a:defRPr>
            </a:lvl5pPr>
            <a:lvl6pPr>
              <a:buNone/>
              <a:defRPr lang="ru-RU" sz="2325" b="1">
                <a:solidFill>
                  <a:srgbClr val="187C78"/>
                </a:solidFill>
              </a:defRPr>
            </a:lvl6pPr>
            <a:lvl7pPr>
              <a:buNone/>
              <a:defRPr lang="ru-RU" sz="2325" b="1">
                <a:solidFill>
                  <a:srgbClr val="187C78"/>
                </a:solidFill>
              </a:defRPr>
            </a:lvl7pPr>
            <a:lvl8pPr>
              <a:buNone/>
              <a:defRPr lang="ru-RU" sz="2325" b="1">
                <a:solidFill>
                  <a:srgbClr val="187C78"/>
                </a:solidFill>
              </a:defRPr>
            </a:lvl8pPr>
            <a:lvl9pPr>
              <a:buNone/>
              <a:defRPr lang="ru-RU" sz="2325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2325" b="1">
                <a:solidFill>
                  <a:srgbClr val="187C78"/>
                </a:solidFill>
              </a:defRPr>
            </a:pPr>
            <a:r>
              <a:rPr lang="ru-RU" sz="2325" b="1">
                <a:solidFill>
                  <a:srgbClr val="187C78"/>
                </a:solidFill>
              </a:rPr>
              <a:t>Комментарий объясняет причину или ограничение</a:t>
            </a:r>
          </a:p>
        </p:txBody>
      </p:sp>
      <p:sp>
        <p:nvSpPr>
          <p:cNvPr id="3" name="main-copy">
            <a:extLst xmlns:a="http://schemas.openxmlformats.org/drawingml/2006/main">
              <a:ext uri="{FF2B5EF4-FFF2-40B4-BE49-F238E27FC236}">
                <a16:creationId xmlns:a16="http://schemas.microsoft.com/office/drawing/2014/main" id="{E2A57A7A-D397-49CB-A721-6700E5B4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0191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75">
                <a:solidFill>
                  <a:srgbClr val="142536"/>
                </a:solidFill>
              </a:defRPr>
            </a:defPPr>
            <a:lvl1pPr>
              <a:buNone/>
              <a:defRPr lang="ru-RU" sz="1875">
                <a:solidFill>
                  <a:srgbClr val="142536"/>
                </a:solidFill>
              </a:defRPr>
            </a:lvl1pPr>
            <a:lvl2pPr>
              <a:buNone/>
              <a:defRPr lang="ru-RU" sz="1875">
                <a:solidFill>
                  <a:srgbClr val="142536"/>
                </a:solidFill>
              </a:defRPr>
            </a:lvl2pPr>
            <a:lvl3pPr>
              <a:buNone/>
              <a:defRPr lang="ru-RU" sz="1875">
                <a:solidFill>
                  <a:srgbClr val="142536"/>
                </a:solidFill>
              </a:defRPr>
            </a:lvl3pPr>
            <a:lvl4pPr>
              <a:buNone/>
              <a:defRPr lang="ru-RU" sz="1875">
                <a:solidFill>
                  <a:srgbClr val="142536"/>
                </a:solidFill>
              </a:defRPr>
            </a:lvl4pPr>
            <a:lvl5pPr>
              <a:buNone/>
              <a:defRPr lang="ru-RU" sz="1875">
                <a:solidFill>
                  <a:srgbClr val="142536"/>
                </a:solidFill>
              </a:defRPr>
            </a:lvl5pPr>
            <a:lvl6pPr>
              <a:buNone/>
              <a:defRPr lang="ru-RU" sz="1875">
                <a:solidFill>
                  <a:srgbClr val="142536"/>
                </a:solidFill>
              </a:defRPr>
            </a:lvl6pPr>
            <a:lvl7pPr>
              <a:buNone/>
              <a:defRPr lang="ru-RU" sz="1875">
                <a:solidFill>
                  <a:srgbClr val="142536"/>
                </a:solidFill>
              </a:defRPr>
            </a:lvl7pPr>
            <a:lvl8pPr>
              <a:buNone/>
              <a:defRPr lang="ru-RU" sz="1875">
                <a:solidFill>
                  <a:srgbClr val="142536"/>
                </a:solidFill>
              </a:defRPr>
            </a:lvl8pPr>
            <a:lvl9pPr>
              <a:buNone/>
              <a:defRPr lang="ru-RU" sz="1875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Полезно: почему выбрано нестандартное решение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Полезно: какие параметры принимает функция и что возвращает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Не помогает: пересказ каждой строки кода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Устаревший комментарий вводит в заблуждение</a:t>
            </a:r>
          </a:p>
        </p:txBody>
      </p:sp>
    </p:spTree>
    <p:extLst>
      <p:ext uri="{BB962C8B-B14F-4D97-AF65-F5344CB8AC3E}">
        <p14:creationId xmlns:p14="http://schemas.microsoft.com/office/powerpoint/2010/main" val="1950838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792203-BB4A-493E-BBB0-847F51DD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3300" b="1">
                <a:solidFill>
                  <a:srgbClr val="142536"/>
                </a:solidFill>
              </a:defRPr>
            </a:defPPr>
            <a:lvl1pPr>
              <a:buNone/>
              <a:defRPr lang="ru-RU" sz="3300" b="1">
                <a:solidFill>
                  <a:srgbClr val="142536"/>
                </a:solidFill>
              </a:defRPr>
            </a:lvl1pPr>
            <a:lvl2pPr>
              <a:buNone/>
              <a:defRPr lang="ru-RU" sz="3300" b="1">
                <a:solidFill>
                  <a:srgbClr val="142536"/>
                </a:solidFill>
              </a:defRPr>
            </a:lvl2pPr>
            <a:lvl3pPr>
              <a:buNone/>
              <a:defRPr lang="ru-RU" sz="3300" b="1">
                <a:solidFill>
                  <a:srgbClr val="142536"/>
                </a:solidFill>
              </a:defRPr>
            </a:lvl3pPr>
            <a:lvl4pPr>
              <a:buNone/>
              <a:defRPr lang="ru-RU" sz="3300" b="1">
                <a:solidFill>
                  <a:srgbClr val="142536"/>
                </a:solidFill>
              </a:defRPr>
            </a:lvl4pPr>
            <a:lvl5pPr>
              <a:buNone/>
              <a:defRPr lang="ru-RU" sz="3300" b="1">
                <a:solidFill>
                  <a:srgbClr val="142536"/>
                </a:solidFill>
              </a:defRPr>
            </a:lvl5pPr>
            <a:lvl6pPr>
              <a:buNone/>
              <a:defRPr lang="ru-RU" sz="3300" b="1">
                <a:solidFill>
                  <a:srgbClr val="142536"/>
                </a:solidFill>
              </a:defRPr>
            </a:lvl6pPr>
            <a:lvl7pPr>
              <a:buNone/>
              <a:defRPr lang="ru-RU" sz="3300" b="1">
                <a:solidFill>
                  <a:srgbClr val="142536"/>
                </a:solidFill>
              </a:defRPr>
            </a:lvl7pPr>
            <a:lvl8pPr>
              <a:buNone/>
              <a:defRPr lang="ru-RU" sz="3300" b="1">
                <a:solidFill>
                  <a:srgbClr val="142536"/>
                </a:solidFill>
              </a:defRPr>
            </a:lvl8pPr>
            <a:lvl9pPr>
              <a:buNone/>
              <a:defRPr lang="ru-RU" sz="3300" b="1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3300" b="1">
                <a:solidFill>
                  <a:srgbClr val="142536"/>
                </a:solidFill>
              </a:defRPr>
            </a:pPr>
            <a:r>
              <a:rPr lang="ru-RU" sz="3300" b="1">
                <a:solidFill>
                  <a:srgbClr val="142536"/>
                </a:solidFill>
              </a:rPr>
              <a:t>Проверки и обработка ошибок</a:t>
            </a:r>
          </a:p>
        </p:txBody>
      </p:sp>
      <p:sp>
        <p:nvSpPr>
          <p:cNvPr id="2" name="main-copy">
            <a:extLst xmlns:a="http://schemas.openxmlformats.org/drawingml/2006/main">
              <a:ext uri="{FF2B5EF4-FFF2-40B4-BE49-F238E27FC236}">
                <a16:creationId xmlns:a16="http://schemas.microsoft.com/office/drawing/2014/main" id="{0F9D8FB3-C16A-4CCB-A0E5-0A8DF675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2025">
                <a:solidFill>
                  <a:srgbClr val="142536"/>
                </a:solidFill>
              </a:defRPr>
            </a:defPPr>
            <a:lvl1pPr>
              <a:buNone/>
              <a:defRPr lang="ru-RU" sz="2025">
                <a:solidFill>
                  <a:srgbClr val="142536"/>
                </a:solidFill>
              </a:defRPr>
            </a:lvl1pPr>
            <a:lvl2pPr>
              <a:buNone/>
              <a:defRPr lang="ru-RU" sz="2025">
                <a:solidFill>
                  <a:srgbClr val="142536"/>
                </a:solidFill>
              </a:defRPr>
            </a:lvl2pPr>
            <a:lvl3pPr>
              <a:buNone/>
              <a:defRPr lang="ru-RU" sz="2025">
                <a:solidFill>
                  <a:srgbClr val="142536"/>
                </a:solidFill>
              </a:defRPr>
            </a:lvl3pPr>
            <a:lvl4pPr>
              <a:buNone/>
              <a:defRPr lang="ru-RU" sz="2025">
                <a:solidFill>
                  <a:srgbClr val="142536"/>
                </a:solidFill>
              </a:defRPr>
            </a:lvl4pPr>
            <a:lvl5pPr>
              <a:buNone/>
              <a:defRPr lang="ru-RU" sz="2025">
                <a:solidFill>
                  <a:srgbClr val="142536"/>
                </a:solidFill>
              </a:defRPr>
            </a:lvl5pPr>
            <a:lvl6pPr>
              <a:buNone/>
              <a:defRPr lang="ru-RU" sz="2025">
                <a:solidFill>
                  <a:srgbClr val="142536"/>
                </a:solidFill>
              </a:defRPr>
            </a:lvl6pPr>
            <a:lvl7pPr>
              <a:buNone/>
              <a:defRPr lang="ru-RU" sz="2025">
                <a:solidFill>
                  <a:srgbClr val="142536"/>
                </a:solidFill>
              </a:defRPr>
            </a:lvl7pPr>
            <a:lvl8pPr>
              <a:buNone/>
              <a:defRPr lang="ru-RU" sz="2025">
                <a:solidFill>
                  <a:srgbClr val="142536"/>
                </a:solidFill>
              </a:defRPr>
            </a:lvl8pPr>
            <a:lvl9pPr>
              <a:buNone/>
              <a:defRPr lang="ru-RU" sz="2025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2025">
                <a:solidFill>
                  <a:srgbClr val="142536"/>
                </a:solidFill>
              </a:defRPr>
            </a:pPr>
            <a:r>
              <a:rPr lang="ru-RU" sz="2025">
                <a:solidFill>
                  <a:srgbClr val="142536"/>
                </a:solidFill>
              </a:rPr>
              <a:t>Проверяйте входные данные там, где они поступают в систему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2025">
                <a:solidFill>
                  <a:srgbClr val="142536"/>
                </a:solidFill>
              </a:defRPr>
            </a:pPr>
            <a:r>
              <a:rPr lang="ru-RU" sz="2025">
                <a:solidFill>
                  <a:srgbClr val="142536"/>
                </a:solidFill>
              </a:rPr>
              <a:t>Обрабатывайте ожидаемые ошибки явно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2025">
                <a:solidFill>
                  <a:srgbClr val="142536"/>
                </a:solidFill>
              </a:defRPr>
            </a:pPr>
            <a:r>
              <a:rPr lang="ru-RU" sz="2025">
                <a:solidFill>
                  <a:srgbClr val="142536"/>
                </a:solidFill>
              </a:rPr>
              <a:t>Не скрывайте исключения пустым блоком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2025">
                <a:solidFill>
                  <a:srgbClr val="142536"/>
                </a:solidFill>
              </a:defRPr>
            </a:pPr>
            <a:r>
              <a:rPr lang="ru-RU" sz="2025">
                <a:solidFill>
                  <a:srgbClr val="142536"/>
                </a:solidFill>
              </a:rPr>
              <a:t>Не храните пароли и ключи доступа прямо в исходном коде</a:t>
            </a:r>
          </a:p>
        </p:txBody>
      </p:sp>
      <p:sp>
        <p:nvSpPr>
          <p:cNvPr id="3" name="note">
            <a:extLst xmlns:a="http://schemas.openxmlformats.org/drawingml/2006/main">
              <a:ext uri="{FF2B5EF4-FFF2-40B4-BE49-F238E27FC236}">
                <a16:creationId xmlns:a16="http://schemas.microsoft.com/office/drawing/2014/main" id="{4B24FC4E-B5F3-469B-BF35-6532C6AF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650" i="1">
                <a:solidFill>
                  <a:srgbClr val="56636D"/>
                </a:solidFill>
              </a:defRPr>
            </a:defPPr>
            <a:lvl1pPr>
              <a:buNone/>
              <a:defRPr lang="ru-RU" sz="1650" i="1">
                <a:solidFill>
                  <a:srgbClr val="56636D"/>
                </a:solidFill>
              </a:defRPr>
            </a:lvl1pPr>
            <a:lvl2pPr>
              <a:buNone/>
              <a:defRPr lang="ru-RU" sz="1650" i="1">
                <a:solidFill>
                  <a:srgbClr val="56636D"/>
                </a:solidFill>
              </a:defRPr>
            </a:lvl2pPr>
            <a:lvl3pPr>
              <a:buNone/>
              <a:defRPr lang="ru-RU" sz="1650" i="1">
                <a:solidFill>
                  <a:srgbClr val="56636D"/>
                </a:solidFill>
              </a:defRPr>
            </a:lvl3pPr>
            <a:lvl4pPr>
              <a:buNone/>
              <a:defRPr lang="ru-RU" sz="1650" i="1">
                <a:solidFill>
                  <a:srgbClr val="56636D"/>
                </a:solidFill>
              </a:defRPr>
            </a:lvl4pPr>
            <a:lvl5pPr>
              <a:buNone/>
              <a:defRPr lang="ru-RU" sz="1650" i="1">
                <a:solidFill>
                  <a:srgbClr val="56636D"/>
                </a:solidFill>
              </a:defRPr>
            </a:lvl5pPr>
            <a:lvl6pPr>
              <a:buNone/>
              <a:defRPr lang="ru-RU" sz="1650" i="1">
                <a:solidFill>
                  <a:srgbClr val="56636D"/>
                </a:solidFill>
              </a:defRPr>
            </a:lvl6pPr>
            <a:lvl7pPr>
              <a:buNone/>
              <a:defRPr lang="ru-RU" sz="1650" i="1">
                <a:solidFill>
                  <a:srgbClr val="56636D"/>
                </a:solidFill>
              </a:defRPr>
            </a:lvl7pPr>
            <a:lvl8pPr>
              <a:buNone/>
              <a:defRPr lang="ru-RU" sz="1650" i="1">
                <a:solidFill>
                  <a:srgbClr val="56636D"/>
                </a:solidFill>
              </a:defRPr>
            </a:lvl8pPr>
            <a:lvl9pPr>
              <a:buNone/>
              <a:defRPr lang="ru-RU" sz="1650" i="1">
                <a:solidFill>
                  <a:srgbClr val="56636D"/>
                </a:solidFill>
              </a:defRPr>
            </a:lvl9pPr>
          </a:lstStyle>
          <a:p xmlns:a="http://schemas.openxmlformats.org/drawingml/2006/main">
            <a:pPr>
              <a:buNone/>
              <a:defRPr lang="ru-RU" sz="1650" i="1">
                <a:solidFill>
                  <a:srgbClr val="56636D"/>
                </a:solidFill>
              </a:defRPr>
            </a:pPr>
            <a:r>
              <a:rPr lang="ru-RU" sz="1650" i="1">
                <a:solidFill>
                  <a:srgbClr val="56636D"/>
                </a:solidFill>
              </a:rPr>
              <a:t>Такие правила делают поведение программы предсказуемее</a:t>
            </a:r>
          </a:p>
        </p:txBody>
      </p:sp>
    </p:spTree>
    <p:extLst>
      <p:ext uri="{BB962C8B-B14F-4D97-AF65-F5344CB8AC3E}">
        <p14:creationId xmlns:p14="http://schemas.microsoft.com/office/powerpoint/2010/main" val="1540855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131EAB-0300-4C11-9536-959C9B52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3300" b="1">
                <a:solidFill>
                  <a:srgbClr val="142536"/>
                </a:solidFill>
              </a:defRPr>
            </a:defPPr>
            <a:lvl1pPr>
              <a:buNone/>
              <a:defRPr lang="ru-RU" sz="3300" b="1">
                <a:solidFill>
                  <a:srgbClr val="142536"/>
                </a:solidFill>
              </a:defRPr>
            </a:lvl1pPr>
            <a:lvl2pPr>
              <a:buNone/>
              <a:defRPr lang="ru-RU" sz="3300" b="1">
                <a:solidFill>
                  <a:srgbClr val="142536"/>
                </a:solidFill>
              </a:defRPr>
            </a:lvl2pPr>
            <a:lvl3pPr>
              <a:buNone/>
              <a:defRPr lang="ru-RU" sz="3300" b="1">
                <a:solidFill>
                  <a:srgbClr val="142536"/>
                </a:solidFill>
              </a:defRPr>
            </a:lvl3pPr>
            <a:lvl4pPr>
              <a:buNone/>
              <a:defRPr lang="ru-RU" sz="3300" b="1">
                <a:solidFill>
                  <a:srgbClr val="142536"/>
                </a:solidFill>
              </a:defRPr>
            </a:lvl4pPr>
            <a:lvl5pPr>
              <a:buNone/>
              <a:defRPr lang="ru-RU" sz="3300" b="1">
                <a:solidFill>
                  <a:srgbClr val="142536"/>
                </a:solidFill>
              </a:defRPr>
            </a:lvl5pPr>
            <a:lvl6pPr>
              <a:buNone/>
              <a:defRPr lang="ru-RU" sz="3300" b="1">
                <a:solidFill>
                  <a:srgbClr val="142536"/>
                </a:solidFill>
              </a:defRPr>
            </a:lvl6pPr>
            <a:lvl7pPr>
              <a:buNone/>
              <a:defRPr lang="ru-RU" sz="3300" b="1">
                <a:solidFill>
                  <a:srgbClr val="142536"/>
                </a:solidFill>
              </a:defRPr>
            </a:lvl7pPr>
            <a:lvl8pPr>
              <a:buNone/>
              <a:defRPr lang="ru-RU" sz="3300" b="1">
                <a:solidFill>
                  <a:srgbClr val="142536"/>
                </a:solidFill>
              </a:defRPr>
            </a:lvl8pPr>
            <a:lvl9pPr>
              <a:buNone/>
              <a:defRPr lang="ru-RU" sz="3300" b="1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3300" b="1">
                <a:solidFill>
                  <a:srgbClr val="142536"/>
                </a:solidFill>
              </a:defRPr>
            </a:pPr>
            <a:r>
              <a:rPr lang="ru-RU" sz="3300" b="1">
                <a:solidFill>
                  <a:srgbClr val="142536"/>
                </a:solidFill>
              </a:rPr>
              <a:t>Применение стандарта в проекте</a:t>
            </a:r>
          </a:p>
        </p:txBody>
      </p:sp>
      <p:sp>
        <p:nvSpPr>
          <p:cNvPr id="2" name="main-copy">
            <a:extLst xmlns:a="http://schemas.openxmlformats.org/drawingml/2006/main">
              <a:ext uri="{FF2B5EF4-FFF2-40B4-BE49-F238E27FC236}">
                <a16:creationId xmlns:a16="http://schemas.microsoft.com/office/drawing/2014/main" id="{80C68B20-1F5C-43F4-B8CD-0B38A73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191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1875">
                <a:solidFill>
                  <a:srgbClr val="142536"/>
                </a:solidFill>
              </a:defRPr>
            </a:defPPr>
            <a:lvl1pPr>
              <a:buNone/>
              <a:defRPr lang="ru-RU" sz="1875">
                <a:solidFill>
                  <a:srgbClr val="142536"/>
                </a:solidFill>
              </a:defRPr>
            </a:lvl1pPr>
            <a:lvl2pPr>
              <a:buNone/>
              <a:defRPr lang="ru-RU" sz="1875">
                <a:solidFill>
                  <a:srgbClr val="142536"/>
                </a:solidFill>
              </a:defRPr>
            </a:lvl2pPr>
            <a:lvl3pPr>
              <a:buNone/>
              <a:defRPr lang="ru-RU" sz="1875">
                <a:solidFill>
                  <a:srgbClr val="142536"/>
                </a:solidFill>
              </a:defRPr>
            </a:lvl3pPr>
            <a:lvl4pPr>
              <a:buNone/>
              <a:defRPr lang="ru-RU" sz="1875">
                <a:solidFill>
                  <a:srgbClr val="142536"/>
                </a:solidFill>
              </a:defRPr>
            </a:lvl4pPr>
            <a:lvl5pPr>
              <a:buNone/>
              <a:defRPr lang="ru-RU" sz="1875">
                <a:solidFill>
                  <a:srgbClr val="142536"/>
                </a:solidFill>
              </a:defRPr>
            </a:lvl5pPr>
            <a:lvl6pPr>
              <a:buNone/>
              <a:defRPr lang="ru-RU" sz="1875">
                <a:solidFill>
                  <a:srgbClr val="142536"/>
                </a:solidFill>
              </a:defRPr>
            </a:lvl6pPr>
            <a:lvl7pPr>
              <a:buNone/>
              <a:defRPr lang="ru-RU" sz="1875">
                <a:solidFill>
                  <a:srgbClr val="142536"/>
                </a:solidFill>
              </a:defRPr>
            </a:lvl7pPr>
            <a:lvl8pPr>
              <a:buNone/>
              <a:defRPr lang="ru-RU" sz="1875">
                <a:solidFill>
                  <a:srgbClr val="142536"/>
                </a:solidFill>
              </a:defRPr>
            </a:lvl8pPr>
            <a:lvl9pPr>
              <a:buNone/>
              <a:defRPr lang="ru-RU" sz="1875">
                <a:solidFill>
                  <a:srgbClr val="142536"/>
                </a:solidFill>
              </a:defRPr>
            </a:lvl9pPr>
          </a:lstStyle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Разработчики записывают правила в документации проекта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Форматтер и линтер автоматизируют часть проверок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Оставшиеся правила учитывают при проверке кода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lang="ru-RU" sz="1875">
                <a:solidFill>
                  <a:srgbClr val="142536"/>
                </a:solidFill>
              </a:defRPr>
            </a:pPr>
            <a:r>
              <a:rPr lang="ru-RU" sz="1875">
                <a:solidFill>
                  <a:srgbClr val="142536"/>
                </a:solidFill>
              </a:rPr>
              <a:t>Правила пересматривают по мере развития проекта</a:t>
            </a:r>
          </a:p>
        </p:txBody>
      </p:sp>
      <p:sp>
        <p:nvSpPr>
          <p:cNvPr id="3" name="conclusion">
            <a:extLst xmlns:a="http://schemas.openxmlformats.org/drawingml/2006/main">
              <a:ext uri="{FF2B5EF4-FFF2-40B4-BE49-F238E27FC236}">
                <a16:creationId xmlns:a16="http://schemas.microsoft.com/office/drawing/2014/main" id="{25A0D00C-C521-4F9B-8725-28DF180C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lang="ru-RU" sz="2250" b="1">
                <a:solidFill>
                  <a:srgbClr val="187C78"/>
                </a:solidFill>
              </a:defRPr>
            </a:defPPr>
            <a:lvl1pPr>
              <a:buNone/>
              <a:defRPr lang="ru-RU" sz="2250" b="1">
                <a:solidFill>
                  <a:srgbClr val="187C78"/>
                </a:solidFill>
              </a:defRPr>
            </a:lvl1pPr>
            <a:lvl2pPr>
              <a:buNone/>
              <a:defRPr lang="ru-RU" sz="2250" b="1">
                <a:solidFill>
                  <a:srgbClr val="187C78"/>
                </a:solidFill>
              </a:defRPr>
            </a:lvl2pPr>
            <a:lvl3pPr>
              <a:buNone/>
              <a:defRPr lang="ru-RU" sz="2250" b="1">
                <a:solidFill>
                  <a:srgbClr val="187C78"/>
                </a:solidFill>
              </a:defRPr>
            </a:lvl3pPr>
            <a:lvl4pPr>
              <a:buNone/>
              <a:defRPr lang="ru-RU" sz="2250" b="1">
                <a:solidFill>
                  <a:srgbClr val="187C78"/>
                </a:solidFill>
              </a:defRPr>
            </a:lvl4pPr>
            <a:lvl5pPr>
              <a:buNone/>
              <a:defRPr lang="ru-RU" sz="2250" b="1">
                <a:solidFill>
                  <a:srgbClr val="187C78"/>
                </a:solidFill>
              </a:defRPr>
            </a:lvl5pPr>
            <a:lvl6pPr>
              <a:buNone/>
              <a:defRPr lang="ru-RU" sz="2250" b="1">
                <a:solidFill>
                  <a:srgbClr val="187C78"/>
                </a:solidFill>
              </a:defRPr>
            </a:lvl6pPr>
            <a:lvl7pPr>
              <a:buNone/>
              <a:defRPr lang="ru-RU" sz="2250" b="1">
                <a:solidFill>
                  <a:srgbClr val="187C78"/>
                </a:solidFill>
              </a:defRPr>
            </a:lvl7pPr>
            <a:lvl8pPr>
              <a:buNone/>
              <a:defRPr lang="ru-RU" sz="2250" b="1">
                <a:solidFill>
                  <a:srgbClr val="187C78"/>
                </a:solidFill>
              </a:defRPr>
            </a:lvl8pPr>
            <a:lvl9pPr>
              <a:buNone/>
              <a:defRPr lang="ru-RU" sz="2250" b="1">
                <a:solidFill>
                  <a:srgbClr val="187C78"/>
                </a:solidFill>
              </a:defRPr>
            </a:lvl9pPr>
          </a:lstStyle>
          <a:p xmlns:a="http://schemas.openxmlformats.org/drawingml/2006/main">
            <a:pPr>
              <a:buNone/>
              <a:defRPr lang="ru-RU" sz="2250" b="1">
                <a:solidFill>
                  <a:srgbClr val="187C78"/>
                </a:solidFill>
              </a:defRPr>
            </a:pPr>
            <a:r>
              <a:rPr lang="ru-RU" sz="2250" b="1">
                <a:solidFill>
                  <a:srgbClr val="187C78"/>
                </a:solidFill>
              </a:rPr>
              <a:t>Общие правила экономят время при чтении и проверке кода</a:t>
            </a:r>
          </a:p>
        </p:txBody>
      </p:sp>
    </p:spTree>
    <p:extLst>
      <p:ext uri="{BB962C8B-B14F-4D97-AF65-F5344CB8AC3E}">
        <p14:creationId xmlns:p14="http://schemas.microsoft.com/office/powerpoint/2010/main" val="606827543"/>
      </p:ext>
    </p:extLst>
  </p:cSld>
</p:sld>
</file>

<file path=ppt/theme/theme1.xml><?xml version="1.0" encoding="utf-8"?>
<a:theme xmlns:a="http://schemas.openxmlformats.org/drawingml/2006/main" name="Standard">
  <a:themeElements>
    <a:clrScheme name="Standard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2026-10-25T20:07:02.6370000Z</dcterms:created>
  <dcterms:modified xsi:type="dcterms:W3CDTF">2026-10-25T20:07:02.6370000Z</dcterms:modified>
</coreProperties>
</file>